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60" r:id="rId3"/>
    <p:sldId id="267" r:id="rId4"/>
    <p:sldId id="269" r:id="rId5"/>
    <p:sldId id="270" r:id="rId6"/>
    <p:sldId id="257" r:id="rId7"/>
    <p:sldId id="268" r:id="rId8"/>
    <p:sldId id="271" r:id="rId9"/>
    <p:sldId id="258" r:id="rId10"/>
    <p:sldId id="259" r:id="rId11"/>
    <p:sldId id="272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255" autoAdjust="0"/>
    <p:restoredTop sz="91788" autoAdjust="0"/>
  </p:normalViewPr>
  <p:slideViewPr>
    <p:cSldViewPr snapToGrid="0">
      <p:cViewPr>
        <p:scale>
          <a:sx n="86" d="100"/>
          <a:sy n="86" d="100"/>
        </p:scale>
        <p:origin x="137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06T07:55:59.20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0 139 24575,'0'-4'0,"1"0"0,-1 0 0,1 0 0,-1 0 0,1 1 0,0-1 0,0 0 0,1 0 0,-1 1 0,1-1 0,0 1 0,0-1 0,0 1 0,0 0 0,1 0 0,-1 0 0,1 0 0,0 0 0,0 1 0,0-1 0,4-2 0,0-1 0,-1 1 0,1 0 0,-1 0 0,1 1 0,1 0 0,-1 0 0,1 0 0,-1 1 0,1 0 0,0 1 0,10-2 0,9-1 0,0 1 0,-1 2 0,1 0 0,46 4 0,-64 0 0,-1 1 0,1 0 0,0 0 0,-1 0 0,0 1 0,1 1 0,-2-1 0,10 8 0,6 0 84,7 6-1533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291932-40F9-4E7F-BDEC-9AA7EC9EC3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7F44126-4A92-406E-8973-FF402822D2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57E882-4F84-4923-B556-BF2A303032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7BEB46-00F9-4562-AF6D-9275A401859D}" type="datetimeFigureOut">
              <a:rPr lang="en-GB" smtClean="0"/>
              <a:t>12/09/2026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720231-5A0E-4118-96CE-B299621F96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2FC329-3EE1-42C4-BF9B-0533CCCA6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B2B04-2E21-44C0-ACC3-6369B0CE2D8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111782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BB421-A307-4609-8801-3DE3A9465D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25DC94-E85A-4B60-A886-FC262B3547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65BD6B-1898-42C8-85F6-DF6C428BAF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7BEB46-00F9-4562-AF6D-9275A401859D}" type="datetimeFigureOut">
              <a:rPr lang="en-GB" smtClean="0"/>
              <a:t>12/09/2026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9DEC58-C76E-4ADB-9A47-DC21924565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E4BED2-3744-42F5-A0A7-699CCFE088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B2B04-2E21-44C0-ACC3-6369B0CE2D8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015693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F7AFD3-3550-45CE-A61D-B2126096C9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1AF0F6-6F5B-4750-A1EA-B1910F4172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E3D003-F3F5-4A5E-89A1-D3010D40BC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7BEB46-00F9-4562-AF6D-9275A401859D}" type="datetimeFigureOut">
              <a:rPr lang="en-GB" smtClean="0"/>
              <a:t>12/09/2026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61F67E-0B61-49E2-8014-D5B42F84E9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540F66-E059-49DA-802D-6B9B20C2B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B2B04-2E21-44C0-ACC3-6369B0CE2D8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259982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2FC79A-8CCB-47CC-AEBA-4FF75A9015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95F9E3-F284-43A2-A8EF-44E45ED5CB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C2F6AB-BB03-4992-952E-C801913B98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5EC1DD-A007-4D12-BB25-0E94E70FE3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7BEB46-00F9-4562-AF6D-9275A401859D}" type="datetimeFigureOut">
              <a:rPr lang="en-GB" smtClean="0"/>
              <a:t>12/09/2026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38DE38-E4D7-43BE-BD2E-A091F4C40D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717F51-ECEC-4E9A-B666-80BB51C777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B2B04-2E21-44C0-ACC3-6369B0CE2D8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137445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DF6A52-4699-4055-9858-5409F99CAF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65BB19-B0CA-45E6-9B02-EEFFEA800C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CFE9DA-24A5-4863-A989-B435FAF8B1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E9B9C21-1392-473B-91DA-B732939C52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D7EC75E-53E4-45E1-9BBF-D5B7CF2CBD4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A3A8B41-FBFD-4F0B-B207-B9A311A2CD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7BEB46-00F9-4562-AF6D-9275A401859D}" type="datetimeFigureOut">
              <a:rPr lang="en-GB" smtClean="0"/>
              <a:t>12/09/2026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BAF9036-974A-4DA3-B9E7-392506ECE8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4A7C678-339B-43CC-B5C3-AF46AE11A6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B2B04-2E21-44C0-ACC3-6369B0CE2D8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037824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500E6F-662E-4A36-81AF-8712D8BFD2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0F27D77-CAEC-4270-AB3C-55EFE9E63E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7BEB46-00F9-4562-AF6D-9275A401859D}" type="datetimeFigureOut">
              <a:rPr lang="en-GB" smtClean="0"/>
              <a:t>12/09/2026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D1EDBA-C4C4-4490-B834-A2A0FC42DA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4A4C073-5F92-490A-81B3-ABE88CD943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B2B04-2E21-44C0-ACC3-6369B0CE2D8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149934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A356F9E-5478-4380-9BBC-054DB3DB52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7BEB46-00F9-4562-AF6D-9275A401859D}" type="datetimeFigureOut">
              <a:rPr lang="en-GB" smtClean="0"/>
              <a:t>12/09/2026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07D75E7-273C-440D-B681-5DC3EB2AFB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EC8280-4165-4CA1-AD2B-AA448830D3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B2B04-2E21-44C0-ACC3-6369B0CE2D8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328054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2AD141-694F-4D0C-B916-487C439574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CE53B4-96F6-4A6F-B8BA-31F6421D15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0175DF-D719-48FF-B63F-879C215724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82B22A-9FAD-4A0C-8C79-94EED2A341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7BEB46-00F9-4562-AF6D-9275A401859D}" type="datetimeFigureOut">
              <a:rPr lang="en-GB" smtClean="0"/>
              <a:t>12/09/2026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7E464D-E45B-4A7A-9AB6-D5EAFB048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BF9084-352A-4F7C-AC3D-FE487C9ABA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B2B04-2E21-44C0-ACC3-6369B0CE2D8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822668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CCA935-DBBF-4B77-B908-CCD94FE25C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F23510C-4F64-41CB-8C53-8F00C52CE7D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C8482A-BF04-44EA-ACCA-24A3950835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55B5C4-6301-4324-9A03-C15A71E13C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7BEB46-00F9-4562-AF6D-9275A401859D}" type="datetimeFigureOut">
              <a:rPr lang="en-GB" smtClean="0"/>
              <a:t>12/09/2026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713158-DDEC-4F4C-81F6-A7795AA7D2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987746-2535-43D1-B8C6-5AF3F084C3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B2B04-2E21-44C0-ACC3-6369B0CE2D8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34969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FEC93A-02E1-4E20-A739-0BC95163EA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F6E8BB-764C-4F51-B40C-F730FB18C7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F75C46-C1A5-4B0A-B5C8-3F094907BE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7BEB46-00F9-4562-AF6D-9275A401859D}" type="datetimeFigureOut">
              <a:rPr lang="en-GB" smtClean="0"/>
              <a:t>12/09/2026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1569F3-A5EB-4660-A218-AD09748EF4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58BB6B-2A92-4E7F-B043-934068A9D2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B2B04-2E21-44C0-ACC3-6369B0CE2D8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89661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6172743-113D-42E7-BD80-DC17B8B4DF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B169302-DF27-4CB3-854B-14EC4EFA46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F8A418-8561-44AC-8362-4F657A3F9E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7BEB46-00F9-4562-AF6D-9275A401859D}" type="datetimeFigureOut">
              <a:rPr lang="en-GB" smtClean="0"/>
              <a:t>12/09/2026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8A4F31-2547-412B-9552-774DDB5965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F80C8D-DF83-4F32-BF8F-503AA900B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B2B04-2E21-44C0-ACC3-6369B0CE2D8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943020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5C3D8E7-1E9D-4AF1-BD94-80B74E51CD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5D96DB-59BE-4E94-BD67-663FDD7199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B3D998-49CB-42A6-9ECC-0C2C93A233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7BEB46-00F9-4562-AF6D-9275A401859D}" type="datetimeFigureOut">
              <a:rPr lang="en-GB" smtClean="0"/>
              <a:t>12/09/2026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214E57-18F2-40C5-BD9A-B7D766DBD7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E6FB70-1ACC-42CA-9773-ACFA00ECE8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5B2B04-2E21-44C0-ACC3-6369B0CE2D8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443800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.jpe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Relationship Id="rId6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11.png"/><Relationship Id="rId7" Type="http://schemas.openxmlformats.org/officeDocument/2006/relationships/image" Target="../media/image7.png"/><Relationship Id="rId12" Type="http://schemas.openxmlformats.org/officeDocument/2006/relationships/image" Target="../media/image1.jpe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.xml"/><Relationship Id="rId6" Type="http://schemas.openxmlformats.org/officeDocument/2006/relationships/image" Target="../media/image6.png"/><Relationship Id="rId11" Type="http://schemas.openxmlformats.org/officeDocument/2006/relationships/image" Target="../media/image10.png"/><Relationship Id="rId5" Type="http://schemas.openxmlformats.org/officeDocument/2006/relationships/image" Target="../media/image5.png"/><Relationship Id="rId4" Type="http://schemas.openxmlformats.org/officeDocument/2006/relationships/image" Target="../media/image411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91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3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1.png"/><Relationship Id="rId9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22.png"/><Relationship Id="rId7" Type="http://schemas.openxmlformats.org/officeDocument/2006/relationships/image" Target="../media/image15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4.xml"/><Relationship Id="rId6" Type="http://schemas.openxmlformats.org/officeDocument/2006/relationships/image" Target="../media/image14.png"/><Relationship Id="rId5" Type="http://schemas.openxmlformats.org/officeDocument/2006/relationships/image" Target="../media/image3.png"/><Relationship Id="rId4" Type="http://schemas.openxmlformats.org/officeDocument/2006/relationships/image" Target="../media/image23.png"/><Relationship Id="rId9" Type="http://schemas.openxmlformats.org/officeDocument/2006/relationships/image" Target="../media/image1.jpe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13" Type="http://schemas.openxmlformats.org/officeDocument/2006/relationships/image" Target="../media/image19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12" Type="http://schemas.openxmlformats.org/officeDocument/2006/relationships/image" Target="../media/image18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5.xml"/><Relationship Id="rId6" Type="http://schemas.openxmlformats.org/officeDocument/2006/relationships/image" Target="../media/image30.png"/><Relationship Id="rId11" Type="http://schemas.openxmlformats.org/officeDocument/2006/relationships/image" Target="../media/image17.png"/><Relationship Id="rId5" Type="http://schemas.openxmlformats.org/officeDocument/2006/relationships/image" Target="../media/image29.png"/><Relationship Id="rId10" Type="http://schemas.openxmlformats.org/officeDocument/2006/relationships/image" Target="../media/image34.png"/><Relationship Id="rId4" Type="http://schemas.openxmlformats.org/officeDocument/2006/relationships/image" Target="../media/image28.png"/><Relationship Id="rId9" Type="http://schemas.openxmlformats.org/officeDocument/2006/relationships/image" Target="../media/image33.png"/><Relationship Id="rId14" Type="http://schemas.openxmlformats.org/officeDocument/2006/relationships/image" Target="../media/image1.jpe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13" Type="http://schemas.openxmlformats.org/officeDocument/2006/relationships/image" Target="../media/image20.png"/><Relationship Id="rId18" Type="http://schemas.openxmlformats.org/officeDocument/2006/relationships/image" Target="../media/image51.png"/><Relationship Id="rId26" Type="http://schemas.openxmlformats.org/officeDocument/2006/relationships/image" Target="../media/image36.png"/><Relationship Id="rId3" Type="http://schemas.openxmlformats.org/officeDocument/2006/relationships/image" Target="../media/image230.png"/><Relationship Id="rId21" Type="http://schemas.openxmlformats.org/officeDocument/2006/relationships/image" Target="../media/image54.png"/><Relationship Id="rId7" Type="http://schemas.openxmlformats.org/officeDocument/2006/relationships/image" Target="../media/image60.png"/><Relationship Id="rId12" Type="http://schemas.openxmlformats.org/officeDocument/2006/relationships/image" Target="../media/image111.png"/><Relationship Id="rId17" Type="http://schemas.openxmlformats.org/officeDocument/2006/relationships/image" Target="../media/image50.png"/><Relationship Id="rId25" Type="http://schemas.openxmlformats.org/officeDocument/2006/relationships/image" Target="../media/image35.png"/><Relationship Id="rId2" Type="http://schemas.openxmlformats.org/officeDocument/2006/relationships/image" Target="../media/image110.png"/><Relationship Id="rId16" Type="http://schemas.openxmlformats.org/officeDocument/2006/relationships/image" Target="../media/image49.png"/><Relationship Id="rId20" Type="http://schemas.openxmlformats.org/officeDocument/2006/relationships/image" Target="../media/image25.png"/><Relationship Id="rId29" Type="http://schemas.openxmlformats.org/officeDocument/2006/relationships/image" Target="../media/image3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7.png"/><Relationship Id="rId11" Type="http://schemas.openxmlformats.org/officeDocument/2006/relationships/image" Target="../media/image100.png"/><Relationship Id="rId24" Type="http://schemas.openxmlformats.org/officeDocument/2006/relationships/image" Target="../media/image26.png"/><Relationship Id="rId5" Type="http://schemas.openxmlformats.org/officeDocument/2006/relationships/image" Target="../media/image410.png"/><Relationship Id="rId15" Type="http://schemas.openxmlformats.org/officeDocument/2006/relationships/image" Target="../media/image48.png"/><Relationship Id="rId23" Type="http://schemas.openxmlformats.org/officeDocument/2006/relationships/image" Target="../media/image56.png"/><Relationship Id="rId28" Type="http://schemas.openxmlformats.org/officeDocument/2006/relationships/image" Target="../media/image38.png"/><Relationship Id="rId10" Type="http://schemas.openxmlformats.org/officeDocument/2006/relationships/image" Target="../media/image90.png"/><Relationship Id="rId19" Type="http://schemas.openxmlformats.org/officeDocument/2006/relationships/image" Target="../media/image24.png"/><Relationship Id="rId31" Type="http://schemas.openxmlformats.org/officeDocument/2006/relationships/image" Target="../media/image1.jpeg"/><Relationship Id="rId4" Type="http://schemas.openxmlformats.org/officeDocument/2006/relationships/image" Target="../media/image310.png"/><Relationship Id="rId9" Type="http://schemas.openxmlformats.org/officeDocument/2006/relationships/image" Target="../media/image80.png"/><Relationship Id="rId14" Type="http://schemas.openxmlformats.org/officeDocument/2006/relationships/image" Target="../media/image21.png"/><Relationship Id="rId22" Type="http://schemas.openxmlformats.org/officeDocument/2006/relationships/image" Target="../media/image55.png"/><Relationship Id="rId27" Type="http://schemas.openxmlformats.org/officeDocument/2006/relationships/image" Target="../media/image37.png"/><Relationship Id="rId30" Type="http://schemas.openxmlformats.org/officeDocument/2006/relationships/image" Target="../media/image4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0.png"/><Relationship Id="rId13" Type="http://schemas.openxmlformats.org/officeDocument/2006/relationships/image" Target="../media/image381.png"/><Relationship Id="rId18" Type="http://schemas.openxmlformats.org/officeDocument/2006/relationships/image" Target="../media/image1.jpeg"/><Relationship Id="rId3" Type="http://schemas.openxmlformats.org/officeDocument/2006/relationships/image" Target="../media/image130.png"/><Relationship Id="rId7" Type="http://schemas.openxmlformats.org/officeDocument/2006/relationships/image" Target="../media/image170.png"/><Relationship Id="rId17" Type="http://schemas.openxmlformats.org/officeDocument/2006/relationships/image" Target="../media/image42.png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41.png"/><Relationship Id="rId1" Type="http://schemas.openxmlformats.org/officeDocument/2006/relationships/tags" Target="../tags/tag6.xml"/><Relationship Id="rId6" Type="http://schemas.openxmlformats.org/officeDocument/2006/relationships/image" Target="../media/image160.png"/><Relationship Id="rId11" Type="http://schemas.openxmlformats.org/officeDocument/2006/relationships/image" Target="../media/image210.png"/><Relationship Id="rId5" Type="http://schemas.openxmlformats.org/officeDocument/2006/relationships/image" Target="../media/image150.png"/><Relationship Id="rId15" Type="http://schemas.openxmlformats.org/officeDocument/2006/relationships/image" Target="../media/image401.png"/><Relationship Id="rId10" Type="http://schemas.openxmlformats.org/officeDocument/2006/relationships/image" Target="../media/image200.png"/><Relationship Id="rId4" Type="http://schemas.openxmlformats.org/officeDocument/2006/relationships/image" Target="../media/image140.png"/><Relationship Id="rId9" Type="http://schemas.openxmlformats.org/officeDocument/2006/relationships/image" Target="../media/image190.png"/><Relationship Id="rId14" Type="http://schemas.openxmlformats.org/officeDocument/2006/relationships/image" Target="../media/image39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0.png"/><Relationship Id="rId13" Type="http://schemas.openxmlformats.org/officeDocument/2006/relationships/image" Target="../media/image47.png"/><Relationship Id="rId18" Type="http://schemas.openxmlformats.org/officeDocument/2006/relationships/image" Target="../media/image58.png"/><Relationship Id="rId26" Type="http://schemas.openxmlformats.org/officeDocument/2006/relationships/image" Target="../media/image1.jpeg"/><Relationship Id="rId3" Type="http://schemas.openxmlformats.org/officeDocument/2006/relationships/image" Target="../media/image370.png"/><Relationship Id="rId21" Type="http://schemas.openxmlformats.org/officeDocument/2006/relationships/image" Target="../media/image62.png"/><Relationship Id="rId7" Type="http://schemas.openxmlformats.org/officeDocument/2006/relationships/image" Target="../media/image412.png"/><Relationship Id="rId12" Type="http://schemas.openxmlformats.org/officeDocument/2006/relationships/image" Target="../media/image46.png"/><Relationship Id="rId17" Type="http://schemas.openxmlformats.org/officeDocument/2006/relationships/image" Target="../media/image53.png"/><Relationship Id="rId25" Type="http://schemas.openxmlformats.org/officeDocument/2006/relationships/image" Target="../media/image64.png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61.png"/><Relationship Id="rId20" Type="http://schemas.openxmlformats.org/officeDocument/2006/relationships/image" Target="../media/image65.png"/><Relationship Id="rId1" Type="http://schemas.openxmlformats.org/officeDocument/2006/relationships/tags" Target="../tags/tag7.xml"/><Relationship Id="rId6" Type="http://schemas.openxmlformats.org/officeDocument/2006/relationships/image" Target="../media/image400.png"/><Relationship Id="rId11" Type="http://schemas.openxmlformats.org/officeDocument/2006/relationships/image" Target="../media/image45.png"/><Relationship Id="rId24" Type="http://schemas.openxmlformats.org/officeDocument/2006/relationships/image" Target="../media/image69.png"/><Relationship Id="rId5" Type="http://schemas.openxmlformats.org/officeDocument/2006/relationships/image" Target="../media/image390.png"/><Relationship Id="rId23" Type="http://schemas.openxmlformats.org/officeDocument/2006/relationships/image" Target="../media/image68.png"/><Relationship Id="rId10" Type="http://schemas.openxmlformats.org/officeDocument/2006/relationships/image" Target="../media/image44.png"/><Relationship Id="rId19" Type="http://schemas.openxmlformats.org/officeDocument/2006/relationships/image" Target="../media/image59.png"/><Relationship Id="rId4" Type="http://schemas.openxmlformats.org/officeDocument/2006/relationships/image" Target="../media/image380.png"/><Relationship Id="rId9" Type="http://schemas.openxmlformats.org/officeDocument/2006/relationships/image" Target="../media/image43.png"/><Relationship Id="rId14" Type="http://schemas.openxmlformats.org/officeDocument/2006/relationships/image" Target="../media/image52.png"/><Relationship Id="rId22" Type="http://schemas.openxmlformats.org/officeDocument/2006/relationships/image" Target="../media/image6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e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0.png"/><Relationship Id="rId13" Type="http://schemas.openxmlformats.org/officeDocument/2006/relationships/image" Target="../media/image690.png"/><Relationship Id="rId18" Type="http://schemas.openxmlformats.org/officeDocument/2006/relationships/image" Target="../media/image75.png"/><Relationship Id="rId3" Type="http://schemas.openxmlformats.org/officeDocument/2006/relationships/image" Target="../media/image590.png"/><Relationship Id="rId7" Type="http://schemas.openxmlformats.org/officeDocument/2006/relationships/image" Target="../media/image640.png"/><Relationship Id="rId12" Type="http://schemas.openxmlformats.org/officeDocument/2006/relationships/image" Target="../media/image680.png"/><Relationship Id="rId17" Type="http://schemas.openxmlformats.org/officeDocument/2006/relationships/image" Target="../media/image74.png"/><Relationship Id="rId2" Type="http://schemas.openxmlformats.org/officeDocument/2006/relationships/image" Target="../media/image580.png"/><Relationship Id="rId20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30.png"/><Relationship Id="rId11" Type="http://schemas.openxmlformats.org/officeDocument/2006/relationships/image" Target="../media/image670.png"/><Relationship Id="rId5" Type="http://schemas.openxmlformats.org/officeDocument/2006/relationships/image" Target="../media/image620.png"/><Relationship Id="rId15" Type="http://schemas.openxmlformats.org/officeDocument/2006/relationships/image" Target="../media/image720.png"/><Relationship Id="rId10" Type="http://schemas.openxmlformats.org/officeDocument/2006/relationships/customXml" Target="../ink/ink1.xml"/><Relationship Id="rId19" Type="http://schemas.openxmlformats.org/officeDocument/2006/relationships/image" Target="../media/image76.png"/><Relationship Id="rId4" Type="http://schemas.openxmlformats.org/officeDocument/2006/relationships/image" Target="../media/image610.png"/><Relationship Id="rId9" Type="http://schemas.openxmlformats.org/officeDocument/2006/relationships/image" Target="../media/image660.png"/><Relationship Id="rId14" Type="http://schemas.openxmlformats.org/officeDocument/2006/relationships/image" Target="../media/image7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2">
            <a:extLst>
              <a:ext uri="{FF2B5EF4-FFF2-40B4-BE49-F238E27FC236}">
                <a16:creationId xmlns:a16="http://schemas.microsoft.com/office/drawing/2014/main" id="{7026533D-32B9-4739-BDDB-4979E0D626A4}"/>
              </a:ext>
            </a:extLst>
          </p:cNvPr>
          <p:cNvSpPr/>
          <p:nvPr/>
        </p:nvSpPr>
        <p:spPr>
          <a:xfrm>
            <a:off x="976572" y="775860"/>
            <a:ext cx="4636828" cy="2945240"/>
          </a:xfrm>
          <a:prstGeom prst="rect">
            <a:avLst/>
          </a:prstGeom>
          <a:noFill/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9" name="Conector reto 18">
            <a:extLst>
              <a:ext uri="{FF2B5EF4-FFF2-40B4-BE49-F238E27FC236}">
                <a16:creationId xmlns:a16="http://schemas.microsoft.com/office/drawing/2014/main" id="{263DE1E9-0630-4308-99A5-3452FA3B783A}"/>
              </a:ext>
            </a:extLst>
          </p:cNvPr>
          <p:cNvCxnSpPr>
            <a:cxnSpLocks/>
            <a:stCxn id="8" idx="1"/>
            <a:endCxn id="8" idx="3"/>
          </p:cNvCxnSpPr>
          <p:nvPr/>
        </p:nvCxnSpPr>
        <p:spPr>
          <a:xfrm>
            <a:off x="976572" y="2248480"/>
            <a:ext cx="463682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C1C26329-1C68-4BF0-A768-1FAFDD296965}"/>
              </a:ext>
            </a:extLst>
          </p:cNvPr>
          <p:cNvSpPr txBox="1"/>
          <p:nvPr/>
        </p:nvSpPr>
        <p:spPr>
          <a:xfrm>
            <a:off x="3017737" y="252640"/>
            <a:ext cx="5191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x</a:t>
            </a:r>
          </a:p>
        </p:txBody>
      </p:sp>
      <p:sp>
        <p:nvSpPr>
          <p:cNvPr id="15" name="Isosceles Triangle 14">
            <a:extLst>
              <a:ext uri="{FF2B5EF4-FFF2-40B4-BE49-F238E27FC236}">
                <a16:creationId xmlns:a16="http://schemas.microsoft.com/office/drawing/2014/main" id="{91494073-6C41-40E6-AF8B-39EE2DC69E4E}"/>
              </a:ext>
            </a:extLst>
          </p:cNvPr>
          <p:cNvSpPr/>
          <p:nvPr/>
        </p:nvSpPr>
        <p:spPr>
          <a:xfrm rot="10800000">
            <a:off x="5219527" y="509287"/>
            <a:ext cx="358487" cy="342900"/>
          </a:xfrm>
          <a:prstGeom prst="triangle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Star: 5 Points 15">
            <a:extLst>
              <a:ext uri="{FF2B5EF4-FFF2-40B4-BE49-F238E27FC236}">
                <a16:creationId xmlns:a16="http://schemas.microsoft.com/office/drawing/2014/main" id="{5CF20FE2-E185-4E63-870D-C89583E0A36C}"/>
              </a:ext>
            </a:extLst>
          </p:cNvPr>
          <p:cNvSpPr/>
          <p:nvPr/>
        </p:nvSpPr>
        <p:spPr>
          <a:xfrm>
            <a:off x="976572" y="535957"/>
            <a:ext cx="358487" cy="342900"/>
          </a:xfrm>
          <a:prstGeom prst="star5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C21C00BC-D98E-4B39-933E-E7F4DA1EAFAB}"/>
              </a:ext>
            </a:extLst>
          </p:cNvPr>
          <p:cNvCxnSpPr>
            <a:cxnSpLocks/>
          </p:cNvCxnSpPr>
          <p:nvPr/>
        </p:nvCxnSpPr>
        <p:spPr>
          <a:xfrm>
            <a:off x="1299849" y="882666"/>
            <a:ext cx="4073287" cy="1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E3A7042-E18F-488E-BBF6-E8EEEA6C81D8}"/>
                  </a:ext>
                </a:extLst>
              </p:cNvPr>
              <p:cNvSpPr txBox="1"/>
              <p:nvPr/>
            </p:nvSpPr>
            <p:spPr>
              <a:xfrm>
                <a:off x="1074213" y="1875529"/>
                <a:ext cx="163203" cy="54765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b="1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1" i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𝐯</m:t>
                        </m:r>
                      </m:e>
                      <m:sub>
                        <m:r>
                          <a:rPr lang="en-GB" b="1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GB" b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E3A7042-E18F-488E-BBF6-E8EEEA6C81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4213" y="1875529"/>
                <a:ext cx="163203" cy="547650"/>
              </a:xfrm>
              <a:prstGeom prst="rect">
                <a:avLst/>
              </a:prstGeom>
              <a:blipFill>
                <a:blip r:embed="rId3"/>
                <a:stretch>
                  <a:fillRect l="-37037" r="-7037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1C58F17-650C-4C24-A872-D465261E359C}"/>
                  </a:ext>
                </a:extLst>
              </p:cNvPr>
              <p:cNvSpPr txBox="1"/>
              <p:nvPr/>
            </p:nvSpPr>
            <p:spPr>
              <a:xfrm>
                <a:off x="1074212" y="2313679"/>
                <a:ext cx="163203" cy="54765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b="1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1" i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𝐯</m:t>
                        </m:r>
                      </m:e>
                      <m:sub>
                        <m:r>
                          <a:rPr lang="en-GB" b="1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GB" b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1C58F17-650C-4C24-A872-D465261E35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4212" y="2313679"/>
                <a:ext cx="163203" cy="547650"/>
              </a:xfrm>
              <a:prstGeom prst="rect">
                <a:avLst/>
              </a:prstGeom>
              <a:blipFill>
                <a:blip r:embed="rId4"/>
                <a:stretch>
                  <a:fillRect l="-37037" r="-7037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A32295CA-A5D0-5862-C311-17704A2CDE19}"/>
              </a:ext>
            </a:extLst>
          </p:cNvPr>
          <p:cNvSpPr txBox="1"/>
          <p:nvPr/>
        </p:nvSpPr>
        <p:spPr>
          <a:xfrm>
            <a:off x="10365252" y="5181894"/>
            <a:ext cx="170582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800" i="1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These</a:t>
            </a:r>
            <a:r>
              <a:rPr lang="pt-BR" sz="800" i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slides</a:t>
            </a:r>
            <a:r>
              <a:rPr lang="pt-BR" sz="800" i="1" dirty="0"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pt-BR" sz="800" i="1" dirty="0" err="1">
                <a:latin typeface="Arial" panose="020B0604020202020204" pitchFamily="34" charset="0"/>
                <a:ea typeface="Times New Roman" panose="02020603050405020304" pitchFamily="18" charset="0"/>
              </a:rPr>
              <a:t>were</a:t>
            </a:r>
            <a:r>
              <a:rPr lang="pt-BR" sz="800" i="1" dirty="0"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pt-BR" sz="800" i="1" dirty="0" err="1">
                <a:latin typeface="Arial" panose="020B0604020202020204" pitchFamily="34" charset="0"/>
                <a:ea typeface="Times New Roman" panose="02020603050405020304" pitchFamily="18" charset="0"/>
              </a:rPr>
              <a:t>prepared</a:t>
            </a:r>
            <a:r>
              <a:rPr lang="pt-BR" sz="800" i="1" dirty="0"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pt-BR" sz="800" i="1" dirty="0" err="1">
                <a:latin typeface="Arial" panose="020B0604020202020204" pitchFamily="34" charset="0"/>
                <a:ea typeface="Times New Roman" panose="02020603050405020304" pitchFamily="18" charset="0"/>
              </a:rPr>
              <a:t>to</a:t>
            </a:r>
            <a:r>
              <a:rPr lang="pt-BR" sz="800" i="1" dirty="0"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pt-BR" sz="800" i="1" dirty="0" err="1">
                <a:latin typeface="Arial" panose="020B0604020202020204" pitchFamily="34" charset="0"/>
                <a:ea typeface="Times New Roman" panose="02020603050405020304" pitchFamily="18" charset="0"/>
              </a:rPr>
              <a:t>be</a:t>
            </a:r>
            <a:r>
              <a:rPr lang="pt-BR" sz="800" i="1" dirty="0"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pt-BR" sz="800" i="1" dirty="0" err="1">
                <a:latin typeface="Arial" panose="020B0604020202020204" pitchFamily="34" charset="0"/>
                <a:ea typeface="Times New Roman" panose="02020603050405020304" pitchFamily="18" charset="0"/>
              </a:rPr>
              <a:t>published</a:t>
            </a:r>
            <a:r>
              <a:rPr lang="pt-BR" sz="800" i="1" dirty="0">
                <a:latin typeface="Arial" panose="020B0604020202020204" pitchFamily="34" charset="0"/>
                <a:ea typeface="Times New Roman" panose="02020603050405020304" pitchFamily="18" charset="0"/>
              </a:rPr>
              <a:t> in </a:t>
            </a:r>
            <a:r>
              <a:rPr lang="pt-BR" sz="800" i="1" dirty="0" err="1">
                <a:latin typeface="Arial" panose="020B0604020202020204" pitchFamily="34" charset="0"/>
                <a:ea typeface="Times New Roman" panose="02020603050405020304" pitchFamily="18" charset="0"/>
              </a:rPr>
              <a:t>BrJG</a:t>
            </a:r>
            <a:r>
              <a:rPr lang="pt-BR" sz="800" i="1" dirty="0">
                <a:latin typeface="Arial" panose="020B0604020202020204" pitchFamily="34" charset="0"/>
                <a:ea typeface="Times New Roman" panose="02020603050405020304" pitchFamily="18" charset="0"/>
              </a:rPr>
              <a:t>, </a:t>
            </a:r>
            <a:r>
              <a:rPr lang="pt-BR" sz="800" i="1" dirty="0" err="1">
                <a:latin typeface="Arial" panose="020B0604020202020204" pitchFamily="34" charset="0"/>
                <a:ea typeface="Times New Roman" panose="02020603050405020304" pitchFamily="18" charset="0"/>
              </a:rPr>
              <a:t>Brazilian</a:t>
            </a:r>
            <a:r>
              <a:rPr lang="pt-BR" sz="800" i="1" dirty="0"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pt-BR" sz="800" i="1" dirty="0" err="1">
                <a:latin typeface="Arial" panose="020B0604020202020204" pitchFamily="34" charset="0"/>
                <a:ea typeface="Times New Roman" panose="02020603050405020304" pitchFamily="18" charset="0"/>
              </a:rPr>
              <a:t>Journal</a:t>
            </a:r>
            <a:r>
              <a:rPr lang="pt-BR" sz="800" i="1" dirty="0"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pt-BR" sz="800" i="1" dirty="0" err="1">
                <a:latin typeface="Arial" panose="020B0604020202020204" pitchFamily="34" charset="0"/>
                <a:ea typeface="Times New Roman" panose="02020603050405020304" pitchFamily="18" charset="0"/>
              </a:rPr>
              <a:t>of</a:t>
            </a:r>
            <a:r>
              <a:rPr lang="pt-BR" sz="800" i="1" dirty="0"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pt-BR" sz="800" i="1" dirty="0" err="1">
                <a:latin typeface="Arial" panose="020B0604020202020204" pitchFamily="34" charset="0"/>
                <a:ea typeface="Times New Roman" panose="02020603050405020304" pitchFamily="18" charset="0"/>
              </a:rPr>
              <a:t>Geophysics</a:t>
            </a:r>
            <a:r>
              <a:rPr lang="pt-BR" sz="800" i="1" dirty="0">
                <a:latin typeface="Arial" panose="020B0604020202020204" pitchFamily="34" charset="0"/>
                <a:ea typeface="Times New Roman" panose="02020603050405020304" pitchFamily="18" charset="0"/>
              </a:rPr>
              <a:t> in </a:t>
            </a:r>
            <a:r>
              <a:rPr lang="pt-BR" sz="800" i="1" dirty="0" err="1">
                <a:latin typeface="Arial" panose="020B0604020202020204" pitchFamily="34" charset="0"/>
                <a:ea typeface="Times New Roman" panose="02020603050405020304" pitchFamily="18" charset="0"/>
              </a:rPr>
              <a:t>September</a:t>
            </a:r>
            <a:r>
              <a:rPr lang="pt-BR" sz="800" i="1" dirty="0">
                <a:latin typeface="Arial" panose="020B0604020202020204" pitchFamily="34" charset="0"/>
                <a:ea typeface="Times New Roman" panose="02020603050405020304" pitchFamily="18" charset="0"/>
              </a:rPr>
              <a:t> 2026. They </a:t>
            </a:r>
            <a:r>
              <a:rPr lang="pt-BR" sz="800" i="1" dirty="0" err="1">
                <a:latin typeface="Arial" panose="020B0604020202020204" pitchFamily="34" charset="0"/>
                <a:ea typeface="Times New Roman" panose="02020603050405020304" pitchFamily="18" charset="0"/>
              </a:rPr>
              <a:t>can</a:t>
            </a:r>
            <a:r>
              <a:rPr lang="pt-BR" sz="800" i="1" dirty="0"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pt-BR" sz="800" i="1" dirty="0" err="1">
                <a:latin typeface="Arial" panose="020B0604020202020204" pitchFamily="34" charset="0"/>
                <a:ea typeface="Times New Roman" panose="02020603050405020304" pitchFamily="18" charset="0"/>
              </a:rPr>
              <a:t>be</a:t>
            </a:r>
            <a:r>
              <a:rPr lang="pt-BR" sz="800" i="1" dirty="0"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pt-BR" sz="800" i="1" dirty="0" err="1">
                <a:latin typeface="Arial" panose="020B0604020202020204" pitchFamily="34" charset="0"/>
                <a:ea typeface="Times New Roman" panose="02020603050405020304" pitchFamily="18" charset="0"/>
              </a:rPr>
              <a:t>widely</a:t>
            </a:r>
            <a:r>
              <a:rPr lang="pt-BR" sz="800" i="1" dirty="0"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pt-BR" sz="800" i="1" dirty="0" err="1">
                <a:latin typeface="Arial" panose="020B0604020202020204" pitchFamily="34" charset="0"/>
                <a:ea typeface="Times New Roman" panose="02020603050405020304" pitchFamily="18" charset="0"/>
              </a:rPr>
              <a:t>used</a:t>
            </a:r>
            <a:r>
              <a:rPr lang="pt-BR" sz="800" i="1" dirty="0">
                <a:latin typeface="Arial" panose="020B0604020202020204" pitchFamily="34" charset="0"/>
                <a:ea typeface="Times New Roman" panose="02020603050405020304" pitchFamily="18" charset="0"/>
              </a:rPr>
              <a:t> in </a:t>
            </a:r>
            <a:r>
              <a:rPr lang="pt-BR" sz="800" i="1" dirty="0" err="1">
                <a:latin typeface="Arial" panose="020B0604020202020204" pitchFamily="34" charset="0"/>
                <a:ea typeface="Times New Roman" panose="02020603050405020304" pitchFamily="18" charset="0"/>
              </a:rPr>
              <a:t>lectures</a:t>
            </a:r>
            <a:r>
              <a:rPr lang="pt-BR" sz="800" i="1" dirty="0"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pt-BR" sz="800" i="1" dirty="0" err="1">
                <a:latin typeface="Arial" panose="020B0604020202020204" pitchFamily="34" charset="0"/>
                <a:ea typeface="Times New Roman" panose="02020603050405020304" pitchFamily="18" charset="0"/>
              </a:rPr>
              <a:t>and</a:t>
            </a:r>
            <a:r>
              <a:rPr lang="pt-BR" sz="800" i="1" dirty="0"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pt-BR" sz="800" i="1" dirty="0" err="1">
                <a:latin typeface="Arial" panose="020B0604020202020204" pitchFamily="34" charset="0"/>
                <a:ea typeface="Times New Roman" panose="02020603050405020304" pitchFamily="18" charset="0"/>
              </a:rPr>
              <a:t>courses</a:t>
            </a:r>
            <a:r>
              <a:rPr lang="pt-BR" sz="800" i="1" dirty="0">
                <a:latin typeface="Arial" panose="020B0604020202020204" pitchFamily="34" charset="0"/>
                <a:ea typeface="Times New Roman" panose="02020603050405020304" pitchFamily="18" charset="0"/>
              </a:rPr>
              <a:t>.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EA191699-3AE2-9E2A-26AE-47B02A0B28A1}"/>
                  </a:ext>
                </a:extLst>
              </p:cNvPr>
              <p:cNvSpPr txBox="1"/>
              <p:nvPr/>
            </p:nvSpPr>
            <p:spPr>
              <a:xfrm>
                <a:off x="7862615" y="775860"/>
                <a:ext cx="1804833" cy="61202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𝑑𝑖𝑟𝑒𝑡𝑎</m:t>
                          </m:r>
                        </m:sub>
                      </m:sSub>
                      <m:r>
                        <a:rPr lang="en-GB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num>
                        <m:den>
                          <m:sSub>
                            <m:sSubPr>
                              <m:ctrlPr>
                                <a:rPr lang="en-GB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GB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EA191699-3AE2-9E2A-26AE-47B02A0B28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62615" y="775860"/>
                <a:ext cx="1804833" cy="61202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>
            <a:extLst>
              <a:ext uri="{FF2B5EF4-FFF2-40B4-BE49-F238E27FC236}">
                <a16:creationId xmlns:a16="http://schemas.microsoft.com/office/drawing/2014/main" id="{8BC1802D-E337-D57A-AF51-C0BABA68BE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96522" y="6012891"/>
            <a:ext cx="1243285" cy="4380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7734598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8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>
            <a:extLst>
              <a:ext uri="{FF2B5EF4-FFF2-40B4-BE49-F238E27FC236}">
                <a16:creationId xmlns:a16="http://schemas.microsoft.com/office/drawing/2014/main" id="{4CF1A87A-824C-469F-AD29-BF1A98202F4A}"/>
              </a:ext>
            </a:extLst>
          </p:cNvPr>
          <p:cNvSpPr/>
          <p:nvPr/>
        </p:nvSpPr>
        <p:spPr>
          <a:xfrm>
            <a:off x="332510" y="775860"/>
            <a:ext cx="6232120" cy="3948540"/>
          </a:xfrm>
          <a:prstGeom prst="rect">
            <a:avLst/>
          </a:prstGeom>
          <a:noFill/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9" name="Conector reto 18">
            <a:extLst>
              <a:ext uri="{FF2B5EF4-FFF2-40B4-BE49-F238E27FC236}">
                <a16:creationId xmlns:a16="http://schemas.microsoft.com/office/drawing/2014/main" id="{8D63C3DE-C486-47CB-9CEC-951AF0382BC7}"/>
              </a:ext>
            </a:extLst>
          </p:cNvPr>
          <p:cNvCxnSpPr>
            <a:cxnSpLocks/>
          </p:cNvCxnSpPr>
          <p:nvPr/>
        </p:nvCxnSpPr>
        <p:spPr>
          <a:xfrm>
            <a:off x="332510" y="2592015"/>
            <a:ext cx="6232120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Isosceles Triangle 8">
            <a:extLst>
              <a:ext uri="{FF2B5EF4-FFF2-40B4-BE49-F238E27FC236}">
                <a16:creationId xmlns:a16="http://schemas.microsoft.com/office/drawing/2014/main" id="{E6683C62-2B50-418C-8BBF-DC4D7B2F8557}"/>
              </a:ext>
            </a:extLst>
          </p:cNvPr>
          <p:cNvSpPr/>
          <p:nvPr/>
        </p:nvSpPr>
        <p:spPr>
          <a:xfrm rot="10800000">
            <a:off x="4914678" y="535957"/>
            <a:ext cx="358487" cy="342900"/>
          </a:xfrm>
          <a:prstGeom prst="triangle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63429CE-1628-462E-B947-B4166ABFE6C7}"/>
              </a:ext>
            </a:extLst>
          </p:cNvPr>
          <p:cNvCxnSpPr>
            <a:cxnSpLocks/>
          </p:cNvCxnSpPr>
          <p:nvPr/>
        </p:nvCxnSpPr>
        <p:spPr>
          <a:xfrm>
            <a:off x="1379903" y="666322"/>
            <a:ext cx="3579060" cy="0"/>
          </a:xfrm>
          <a:prstGeom prst="straightConnector1">
            <a:avLst/>
          </a:prstGeom>
          <a:ln w="127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D5AFB65D-DD00-449F-806D-CC5A29FEAED3}"/>
              </a:ext>
            </a:extLst>
          </p:cNvPr>
          <p:cNvSpPr txBox="1"/>
          <p:nvPr/>
        </p:nvSpPr>
        <p:spPr>
          <a:xfrm>
            <a:off x="2944518" y="234221"/>
            <a:ext cx="3584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x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4B2A5B5-13EC-4673-BF32-5794007D57F0}"/>
              </a:ext>
            </a:extLst>
          </p:cNvPr>
          <p:cNvCxnSpPr>
            <a:cxnSpLocks/>
          </p:cNvCxnSpPr>
          <p:nvPr/>
        </p:nvCxnSpPr>
        <p:spPr>
          <a:xfrm>
            <a:off x="1150620" y="775860"/>
            <a:ext cx="1950720" cy="178827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B1C3032-3900-47BF-8DB7-0114C206D760}"/>
              </a:ext>
            </a:extLst>
          </p:cNvPr>
          <p:cNvCxnSpPr>
            <a:cxnSpLocks/>
          </p:cNvCxnSpPr>
          <p:nvPr/>
        </p:nvCxnSpPr>
        <p:spPr>
          <a:xfrm flipV="1">
            <a:off x="3146184" y="788441"/>
            <a:ext cx="1902894" cy="1775689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F5DA8D94-4D6F-450C-805A-48BDECD5A67C}"/>
              </a:ext>
            </a:extLst>
          </p:cNvPr>
          <p:cNvCxnSpPr>
            <a:cxnSpLocks/>
          </p:cNvCxnSpPr>
          <p:nvPr/>
        </p:nvCxnSpPr>
        <p:spPr>
          <a:xfrm>
            <a:off x="3123762" y="1669995"/>
            <a:ext cx="0" cy="894135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F6F53095-BF64-4882-AF71-3B9230F3676A}"/>
              </a:ext>
            </a:extLst>
          </p:cNvPr>
          <p:cNvSpPr/>
          <p:nvPr/>
        </p:nvSpPr>
        <p:spPr>
          <a:xfrm>
            <a:off x="2740550" y="2120348"/>
            <a:ext cx="365760" cy="103367"/>
          </a:xfrm>
          <a:custGeom>
            <a:avLst/>
            <a:gdLst>
              <a:gd name="connsiteX0" fmla="*/ 0 w 365760"/>
              <a:gd name="connsiteY0" fmla="*/ 103367 h 103367"/>
              <a:gd name="connsiteX1" fmla="*/ 7951 w 365760"/>
              <a:gd name="connsiteY1" fmla="*/ 87464 h 103367"/>
              <a:gd name="connsiteX2" fmla="*/ 15902 w 365760"/>
              <a:gd name="connsiteY2" fmla="*/ 84814 h 103367"/>
              <a:gd name="connsiteX3" fmla="*/ 21203 w 365760"/>
              <a:gd name="connsiteY3" fmla="*/ 74212 h 103367"/>
              <a:gd name="connsiteX4" fmla="*/ 39756 w 365760"/>
              <a:gd name="connsiteY4" fmla="*/ 63610 h 103367"/>
              <a:gd name="connsiteX5" fmla="*/ 58309 w 365760"/>
              <a:gd name="connsiteY5" fmla="*/ 53009 h 103367"/>
              <a:gd name="connsiteX6" fmla="*/ 84813 w 365760"/>
              <a:gd name="connsiteY6" fmla="*/ 34455 h 103367"/>
              <a:gd name="connsiteX7" fmla="*/ 100716 w 365760"/>
              <a:gd name="connsiteY7" fmla="*/ 23854 h 103367"/>
              <a:gd name="connsiteX8" fmla="*/ 121920 w 365760"/>
              <a:gd name="connsiteY8" fmla="*/ 10602 h 103367"/>
              <a:gd name="connsiteX9" fmla="*/ 135172 w 365760"/>
              <a:gd name="connsiteY9" fmla="*/ 7951 h 103367"/>
              <a:gd name="connsiteX10" fmla="*/ 145773 w 365760"/>
              <a:gd name="connsiteY10" fmla="*/ 5301 h 103367"/>
              <a:gd name="connsiteX11" fmla="*/ 196132 w 365760"/>
              <a:gd name="connsiteY11" fmla="*/ 0 h 103367"/>
              <a:gd name="connsiteX12" fmla="*/ 333954 w 365760"/>
              <a:gd name="connsiteY12" fmla="*/ 2650 h 103367"/>
              <a:gd name="connsiteX13" fmla="*/ 347207 w 365760"/>
              <a:gd name="connsiteY13" fmla="*/ 5301 h 103367"/>
              <a:gd name="connsiteX14" fmla="*/ 360459 w 365760"/>
              <a:gd name="connsiteY14" fmla="*/ 13252 h 103367"/>
              <a:gd name="connsiteX15" fmla="*/ 365760 w 365760"/>
              <a:gd name="connsiteY15" fmla="*/ 15902 h 1033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365760" h="103367">
                <a:moveTo>
                  <a:pt x="0" y="103367"/>
                </a:moveTo>
                <a:cubicBezTo>
                  <a:pt x="2650" y="98066"/>
                  <a:pt x="4094" y="91964"/>
                  <a:pt x="7951" y="87464"/>
                </a:cubicBezTo>
                <a:cubicBezTo>
                  <a:pt x="9769" y="85343"/>
                  <a:pt x="13927" y="86789"/>
                  <a:pt x="15902" y="84814"/>
                </a:cubicBezTo>
                <a:cubicBezTo>
                  <a:pt x="18696" y="82020"/>
                  <a:pt x="18674" y="77247"/>
                  <a:pt x="21203" y="74212"/>
                </a:cubicBezTo>
                <a:cubicBezTo>
                  <a:pt x="24886" y="69792"/>
                  <a:pt x="35677" y="66524"/>
                  <a:pt x="39756" y="63610"/>
                </a:cubicBezTo>
                <a:cubicBezTo>
                  <a:pt x="56760" y="51464"/>
                  <a:pt x="37775" y="58141"/>
                  <a:pt x="58309" y="53009"/>
                </a:cubicBezTo>
                <a:cubicBezTo>
                  <a:pt x="72606" y="38710"/>
                  <a:pt x="60516" y="49406"/>
                  <a:pt x="84813" y="34455"/>
                </a:cubicBezTo>
                <a:cubicBezTo>
                  <a:pt x="90239" y="31116"/>
                  <a:pt x="95619" y="27677"/>
                  <a:pt x="100716" y="23854"/>
                </a:cubicBezTo>
                <a:cubicBezTo>
                  <a:pt x="107974" y="18410"/>
                  <a:pt x="113184" y="13514"/>
                  <a:pt x="121920" y="10602"/>
                </a:cubicBezTo>
                <a:cubicBezTo>
                  <a:pt x="126194" y="9177"/>
                  <a:pt x="130774" y="8928"/>
                  <a:pt x="135172" y="7951"/>
                </a:cubicBezTo>
                <a:cubicBezTo>
                  <a:pt x="138728" y="7161"/>
                  <a:pt x="142189" y="5953"/>
                  <a:pt x="145773" y="5301"/>
                </a:cubicBezTo>
                <a:cubicBezTo>
                  <a:pt x="163360" y="2103"/>
                  <a:pt x="177681" y="1537"/>
                  <a:pt x="196132" y="0"/>
                </a:cubicBezTo>
                <a:lnTo>
                  <a:pt x="333954" y="2650"/>
                </a:lnTo>
                <a:cubicBezTo>
                  <a:pt x="338456" y="2808"/>
                  <a:pt x="343024" y="3628"/>
                  <a:pt x="347207" y="5301"/>
                </a:cubicBezTo>
                <a:cubicBezTo>
                  <a:pt x="351990" y="7214"/>
                  <a:pt x="355986" y="10696"/>
                  <a:pt x="360459" y="13252"/>
                </a:cubicBezTo>
                <a:cubicBezTo>
                  <a:pt x="362174" y="14232"/>
                  <a:pt x="363993" y="15019"/>
                  <a:pt x="365760" y="15902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4CD78010-E988-43AD-B0AD-CA1E74AC32DC}"/>
              </a:ext>
            </a:extLst>
          </p:cNvPr>
          <p:cNvSpPr/>
          <p:nvPr/>
        </p:nvSpPr>
        <p:spPr>
          <a:xfrm rot="1357485">
            <a:off x="3147024" y="2114358"/>
            <a:ext cx="365760" cy="103367"/>
          </a:xfrm>
          <a:custGeom>
            <a:avLst/>
            <a:gdLst>
              <a:gd name="connsiteX0" fmla="*/ 0 w 365760"/>
              <a:gd name="connsiteY0" fmla="*/ 103367 h 103367"/>
              <a:gd name="connsiteX1" fmla="*/ 7951 w 365760"/>
              <a:gd name="connsiteY1" fmla="*/ 87464 h 103367"/>
              <a:gd name="connsiteX2" fmla="*/ 15902 w 365760"/>
              <a:gd name="connsiteY2" fmla="*/ 84814 h 103367"/>
              <a:gd name="connsiteX3" fmla="*/ 21203 w 365760"/>
              <a:gd name="connsiteY3" fmla="*/ 74212 h 103367"/>
              <a:gd name="connsiteX4" fmla="*/ 39756 w 365760"/>
              <a:gd name="connsiteY4" fmla="*/ 63610 h 103367"/>
              <a:gd name="connsiteX5" fmla="*/ 58309 w 365760"/>
              <a:gd name="connsiteY5" fmla="*/ 53009 h 103367"/>
              <a:gd name="connsiteX6" fmla="*/ 84813 w 365760"/>
              <a:gd name="connsiteY6" fmla="*/ 34455 h 103367"/>
              <a:gd name="connsiteX7" fmla="*/ 100716 w 365760"/>
              <a:gd name="connsiteY7" fmla="*/ 23854 h 103367"/>
              <a:gd name="connsiteX8" fmla="*/ 121920 w 365760"/>
              <a:gd name="connsiteY8" fmla="*/ 10602 h 103367"/>
              <a:gd name="connsiteX9" fmla="*/ 135172 w 365760"/>
              <a:gd name="connsiteY9" fmla="*/ 7951 h 103367"/>
              <a:gd name="connsiteX10" fmla="*/ 145773 w 365760"/>
              <a:gd name="connsiteY10" fmla="*/ 5301 h 103367"/>
              <a:gd name="connsiteX11" fmla="*/ 196132 w 365760"/>
              <a:gd name="connsiteY11" fmla="*/ 0 h 103367"/>
              <a:gd name="connsiteX12" fmla="*/ 333954 w 365760"/>
              <a:gd name="connsiteY12" fmla="*/ 2650 h 103367"/>
              <a:gd name="connsiteX13" fmla="*/ 347207 w 365760"/>
              <a:gd name="connsiteY13" fmla="*/ 5301 h 103367"/>
              <a:gd name="connsiteX14" fmla="*/ 360459 w 365760"/>
              <a:gd name="connsiteY14" fmla="*/ 13252 h 103367"/>
              <a:gd name="connsiteX15" fmla="*/ 365760 w 365760"/>
              <a:gd name="connsiteY15" fmla="*/ 15902 h 1033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365760" h="103367">
                <a:moveTo>
                  <a:pt x="0" y="103367"/>
                </a:moveTo>
                <a:cubicBezTo>
                  <a:pt x="2650" y="98066"/>
                  <a:pt x="4094" y="91964"/>
                  <a:pt x="7951" y="87464"/>
                </a:cubicBezTo>
                <a:cubicBezTo>
                  <a:pt x="9769" y="85343"/>
                  <a:pt x="13927" y="86789"/>
                  <a:pt x="15902" y="84814"/>
                </a:cubicBezTo>
                <a:cubicBezTo>
                  <a:pt x="18696" y="82020"/>
                  <a:pt x="18674" y="77247"/>
                  <a:pt x="21203" y="74212"/>
                </a:cubicBezTo>
                <a:cubicBezTo>
                  <a:pt x="24886" y="69792"/>
                  <a:pt x="35677" y="66524"/>
                  <a:pt x="39756" y="63610"/>
                </a:cubicBezTo>
                <a:cubicBezTo>
                  <a:pt x="56760" y="51464"/>
                  <a:pt x="37775" y="58141"/>
                  <a:pt x="58309" y="53009"/>
                </a:cubicBezTo>
                <a:cubicBezTo>
                  <a:pt x="72606" y="38710"/>
                  <a:pt x="60516" y="49406"/>
                  <a:pt x="84813" y="34455"/>
                </a:cubicBezTo>
                <a:cubicBezTo>
                  <a:pt x="90239" y="31116"/>
                  <a:pt x="95619" y="27677"/>
                  <a:pt x="100716" y="23854"/>
                </a:cubicBezTo>
                <a:cubicBezTo>
                  <a:pt x="107974" y="18410"/>
                  <a:pt x="113184" y="13514"/>
                  <a:pt x="121920" y="10602"/>
                </a:cubicBezTo>
                <a:cubicBezTo>
                  <a:pt x="126194" y="9177"/>
                  <a:pt x="130774" y="8928"/>
                  <a:pt x="135172" y="7951"/>
                </a:cubicBezTo>
                <a:cubicBezTo>
                  <a:pt x="138728" y="7161"/>
                  <a:pt x="142189" y="5953"/>
                  <a:pt x="145773" y="5301"/>
                </a:cubicBezTo>
                <a:cubicBezTo>
                  <a:pt x="163360" y="2103"/>
                  <a:pt x="177681" y="1537"/>
                  <a:pt x="196132" y="0"/>
                </a:cubicBezTo>
                <a:lnTo>
                  <a:pt x="333954" y="2650"/>
                </a:lnTo>
                <a:cubicBezTo>
                  <a:pt x="338456" y="2808"/>
                  <a:pt x="343024" y="3628"/>
                  <a:pt x="347207" y="5301"/>
                </a:cubicBezTo>
                <a:cubicBezTo>
                  <a:pt x="351990" y="7214"/>
                  <a:pt x="355986" y="10696"/>
                  <a:pt x="360459" y="13252"/>
                </a:cubicBezTo>
                <a:cubicBezTo>
                  <a:pt x="362174" y="14232"/>
                  <a:pt x="363993" y="15019"/>
                  <a:pt x="365760" y="15902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E7C936A9-5EFD-4BA4-A6B7-7E9A5D9563DE}"/>
                  </a:ext>
                </a:extLst>
              </p:cNvPr>
              <p:cNvSpPr txBox="1"/>
              <p:nvPr/>
            </p:nvSpPr>
            <p:spPr>
              <a:xfrm>
                <a:off x="2744941" y="1816462"/>
                <a:ext cx="26924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1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1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GB" b="1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</m:oMath>
                  </m:oMathPara>
                </a14:m>
                <a:endParaRPr lang="en-GB" b="1" dirty="0">
                  <a:solidFill>
                    <a:schemeClr val="accent2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E7C936A9-5EFD-4BA4-A6B7-7E9A5D9563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4941" y="1816462"/>
                <a:ext cx="269240" cy="276999"/>
              </a:xfrm>
              <a:prstGeom prst="rect">
                <a:avLst/>
              </a:prstGeom>
              <a:blipFill>
                <a:blip r:embed="rId3"/>
                <a:stretch>
                  <a:fillRect l="-20455" r="-9091" b="-1777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78DE88F6-6963-426D-B3CF-0E0A28499A64}"/>
                  </a:ext>
                </a:extLst>
              </p:cNvPr>
              <p:cNvSpPr txBox="1"/>
              <p:nvPr/>
            </p:nvSpPr>
            <p:spPr>
              <a:xfrm>
                <a:off x="3231035" y="1815402"/>
                <a:ext cx="29649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1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1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GB" b="1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𝒓</m:t>
                          </m:r>
                        </m:sub>
                      </m:sSub>
                    </m:oMath>
                  </m:oMathPara>
                </a14:m>
                <a:endParaRPr lang="en-GB" b="1" dirty="0">
                  <a:solidFill>
                    <a:schemeClr val="accent2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78DE88F6-6963-426D-B3CF-0E0A28499A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1035" y="1815402"/>
                <a:ext cx="296491" cy="276999"/>
              </a:xfrm>
              <a:prstGeom prst="rect">
                <a:avLst/>
              </a:prstGeom>
              <a:blipFill>
                <a:blip r:embed="rId4"/>
                <a:stretch>
                  <a:fillRect l="-18367" r="-4082" b="-1111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8AFD80C8-EBD5-4B1C-B1EF-3E4F91F2CC4E}"/>
              </a:ext>
            </a:extLst>
          </p:cNvPr>
          <p:cNvCxnSpPr>
            <a:cxnSpLocks/>
          </p:cNvCxnSpPr>
          <p:nvPr/>
        </p:nvCxnSpPr>
        <p:spPr>
          <a:xfrm flipV="1">
            <a:off x="1150620" y="2589421"/>
            <a:ext cx="1950720" cy="1857383"/>
          </a:xfrm>
          <a:prstGeom prst="straightConnector1">
            <a:avLst/>
          </a:prstGeom>
          <a:ln w="12700"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F906DAAC-2592-46DA-B609-87EDEC6BD1D8}"/>
              </a:ext>
            </a:extLst>
          </p:cNvPr>
          <p:cNvCxnSpPr>
            <a:cxnSpLocks/>
          </p:cNvCxnSpPr>
          <p:nvPr/>
        </p:nvCxnSpPr>
        <p:spPr>
          <a:xfrm>
            <a:off x="1150620" y="782130"/>
            <a:ext cx="0" cy="1783215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65F55769-D6BE-457E-B505-B6FD16FFA191}"/>
              </a:ext>
            </a:extLst>
          </p:cNvPr>
          <p:cNvCxnSpPr>
            <a:cxnSpLocks/>
          </p:cNvCxnSpPr>
          <p:nvPr/>
        </p:nvCxnSpPr>
        <p:spPr>
          <a:xfrm>
            <a:off x="1150620" y="2633109"/>
            <a:ext cx="0" cy="1783215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C4255464-73B4-414E-8012-2512023F20F5}"/>
              </a:ext>
            </a:extLst>
          </p:cNvPr>
          <p:cNvCxnSpPr>
            <a:cxnSpLocks/>
          </p:cNvCxnSpPr>
          <p:nvPr/>
        </p:nvCxnSpPr>
        <p:spPr>
          <a:xfrm>
            <a:off x="868409" y="788441"/>
            <a:ext cx="0" cy="1775689"/>
          </a:xfrm>
          <a:prstGeom prst="straightConnector1">
            <a:avLst/>
          </a:prstGeom>
          <a:ln w="12700">
            <a:headEnd type="triangl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74C4265B-0612-4F58-B78D-D44AD3A3FAD2}"/>
              </a:ext>
            </a:extLst>
          </p:cNvPr>
          <p:cNvSpPr txBox="1"/>
          <p:nvPr/>
        </p:nvSpPr>
        <p:spPr>
          <a:xfrm>
            <a:off x="759809" y="1517346"/>
            <a:ext cx="207424" cy="276999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lIns="0" tIns="0" rIns="0" bIns="0" rtlCol="0">
            <a:spAutoFit/>
          </a:bodyPr>
          <a:lstStyle/>
          <a:p>
            <a:r>
              <a:rPr lang="en-GB" b="1" i="1" dirty="0">
                <a:latin typeface="Cambria Math" panose="02040503050406030204" pitchFamily="18" charset="0"/>
                <a:ea typeface="Cambria Math" panose="02040503050406030204" pitchFamily="18" charset="0"/>
              </a:rPr>
              <a:t> z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03540335-D428-43B0-A825-9982E8C894D2}"/>
              </a:ext>
            </a:extLst>
          </p:cNvPr>
          <p:cNvCxnSpPr>
            <a:cxnSpLocks/>
          </p:cNvCxnSpPr>
          <p:nvPr/>
        </p:nvCxnSpPr>
        <p:spPr>
          <a:xfrm>
            <a:off x="868005" y="2624243"/>
            <a:ext cx="0" cy="1775689"/>
          </a:xfrm>
          <a:prstGeom prst="straightConnector1">
            <a:avLst/>
          </a:prstGeom>
          <a:ln w="12700">
            <a:headEnd type="triangl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642A4E1E-949E-4F5F-8D8A-28B7E3C3D7C5}"/>
              </a:ext>
            </a:extLst>
          </p:cNvPr>
          <p:cNvSpPr txBox="1"/>
          <p:nvPr/>
        </p:nvSpPr>
        <p:spPr>
          <a:xfrm>
            <a:off x="759405" y="3353148"/>
            <a:ext cx="207424" cy="276999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lIns="0" tIns="0" rIns="0" bIns="0" rtlCol="0">
            <a:spAutoFit/>
          </a:bodyPr>
          <a:lstStyle/>
          <a:p>
            <a:r>
              <a:rPr lang="en-GB" b="1" i="1" dirty="0">
                <a:latin typeface="Cambria Math" panose="02040503050406030204" pitchFamily="18" charset="0"/>
                <a:ea typeface="Cambria Math" panose="02040503050406030204" pitchFamily="18" charset="0"/>
              </a:rPr>
              <a:t> z</a:t>
            </a:r>
          </a:p>
        </p:txBody>
      </p:sp>
      <p:sp>
        <p:nvSpPr>
          <p:cNvPr id="10" name="Star: 5 Points 9">
            <a:extLst>
              <a:ext uri="{FF2B5EF4-FFF2-40B4-BE49-F238E27FC236}">
                <a16:creationId xmlns:a16="http://schemas.microsoft.com/office/drawing/2014/main" id="{0AA4393D-6C54-4699-A782-47DF504C37DC}"/>
              </a:ext>
            </a:extLst>
          </p:cNvPr>
          <p:cNvSpPr/>
          <p:nvPr/>
        </p:nvSpPr>
        <p:spPr>
          <a:xfrm>
            <a:off x="976572" y="535957"/>
            <a:ext cx="358487" cy="342900"/>
          </a:xfrm>
          <a:prstGeom prst="star5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88E4284E-8E09-4791-A0C3-A8890906F58E}"/>
                  </a:ext>
                </a:extLst>
              </p:cNvPr>
              <p:cNvSpPr txBox="1"/>
              <p:nvPr/>
            </p:nvSpPr>
            <p:spPr>
              <a:xfrm>
                <a:off x="2168577" y="1404344"/>
                <a:ext cx="195566" cy="276999"/>
              </a:xfrm>
              <a:prstGeom prst="rect">
                <a:avLst/>
              </a:prstGeom>
            </p:spPr>
            <p:style>
              <a:lnRef idx="2">
                <a:schemeClr val="accent4"/>
              </a:lnRef>
              <a:fillRef idx="1">
                <a:schemeClr val="lt1"/>
              </a:fillRef>
              <a:effectRef idx="0">
                <a:schemeClr val="accent4"/>
              </a:effectRef>
              <a:fontRef idx="minor">
                <a:schemeClr val="dk1"/>
              </a:fontRef>
            </p:style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</m:oMath>
                  </m:oMathPara>
                </a14:m>
                <a:endParaRPr lang="en-GB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88E4284E-8E09-4791-A0C3-A8890906F5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68577" y="1404344"/>
                <a:ext cx="195566" cy="276999"/>
              </a:xfrm>
              <a:prstGeom prst="rect">
                <a:avLst/>
              </a:prstGeom>
              <a:blipFill>
                <a:blip r:embed="rId5"/>
                <a:stretch>
                  <a:fillRect l="-14706" r="-1470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AFA797B2-0940-462F-8A2C-C90DC8012E4F}"/>
                  </a:ext>
                </a:extLst>
              </p:cNvPr>
              <p:cNvSpPr txBox="1"/>
              <p:nvPr/>
            </p:nvSpPr>
            <p:spPr>
              <a:xfrm>
                <a:off x="3865258" y="1404344"/>
                <a:ext cx="195566" cy="276999"/>
              </a:xfrm>
              <a:prstGeom prst="rect">
                <a:avLst/>
              </a:prstGeom>
            </p:spPr>
            <p:style>
              <a:lnRef idx="2">
                <a:schemeClr val="accent4"/>
              </a:lnRef>
              <a:fillRef idx="1">
                <a:schemeClr val="lt1"/>
              </a:fillRef>
              <a:effectRef idx="0">
                <a:schemeClr val="accent4"/>
              </a:effectRef>
              <a:fontRef idx="minor">
                <a:schemeClr val="dk1"/>
              </a:fontRef>
            </p:style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</m:oMath>
                  </m:oMathPara>
                </a14:m>
                <a:endParaRPr lang="en-GB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AFA797B2-0940-462F-8A2C-C90DC8012E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65258" y="1404344"/>
                <a:ext cx="195566" cy="276999"/>
              </a:xfrm>
              <a:prstGeom prst="rect">
                <a:avLst/>
              </a:prstGeom>
              <a:blipFill>
                <a:blip r:embed="rId6"/>
                <a:stretch>
                  <a:fillRect l="-14706" r="-1470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30AFA807-D6C8-4D4F-912C-A8E053E6ED99}"/>
                  </a:ext>
                </a:extLst>
              </p:cNvPr>
              <p:cNvSpPr txBox="1"/>
              <p:nvPr/>
            </p:nvSpPr>
            <p:spPr>
              <a:xfrm>
                <a:off x="355251" y="2284101"/>
                <a:ext cx="163203" cy="54765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b="1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1" i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𝐯</m:t>
                        </m:r>
                      </m:e>
                      <m:sub>
                        <m:r>
                          <a:rPr lang="en-GB" b="1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GB" b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30AFA807-D6C8-4D4F-912C-A8E053E6ED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251" y="2284101"/>
                <a:ext cx="163203" cy="547650"/>
              </a:xfrm>
              <a:prstGeom prst="rect">
                <a:avLst/>
              </a:prstGeom>
              <a:blipFill>
                <a:blip r:embed="rId7"/>
                <a:stretch>
                  <a:fillRect l="-37037" r="-7037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D1825AC8-689D-440A-8612-B58B4DD58127}"/>
                  </a:ext>
                </a:extLst>
              </p:cNvPr>
              <p:cNvSpPr txBox="1"/>
              <p:nvPr/>
            </p:nvSpPr>
            <p:spPr>
              <a:xfrm>
                <a:off x="355251" y="2576345"/>
                <a:ext cx="163203" cy="54765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b="1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1" i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𝐯</m:t>
                        </m:r>
                      </m:e>
                      <m:sub>
                        <m:r>
                          <a:rPr lang="en-GB" b="1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GB" b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D1825AC8-689D-440A-8612-B58B4DD581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251" y="2576345"/>
                <a:ext cx="163203" cy="547650"/>
              </a:xfrm>
              <a:prstGeom prst="rect">
                <a:avLst/>
              </a:prstGeom>
              <a:blipFill>
                <a:blip r:embed="rId8"/>
                <a:stretch>
                  <a:fillRect l="-37037" r="-7037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0BBFA910-8B52-A9BB-1329-77CD2F746F12}"/>
                  </a:ext>
                </a:extLst>
              </p:cNvPr>
              <p:cNvSpPr txBox="1"/>
              <p:nvPr/>
            </p:nvSpPr>
            <p:spPr>
              <a:xfrm>
                <a:off x="2168577" y="3512087"/>
                <a:ext cx="195566" cy="276999"/>
              </a:xfrm>
              <a:prstGeom prst="rect">
                <a:avLst/>
              </a:prstGeom>
            </p:spPr>
            <p:style>
              <a:lnRef idx="2">
                <a:schemeClr val="accent4"/>
              </a:lnRef>
              <a:fillRef idx="1">
                <a:schemeClr val="lt1"/>
              </a:fillRef>
              <a:effectRef idx="0">
                <a:schemeClr val="accent4"/>
              </a:effectRef>
              <a:fontRef idx="minor">
                <a:schemeClr val="dk1"/>
              </a:fontRef>
            </p:style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</m:oMath>
                  </m:oMathPara>
                </a14:m>
                <a:endParaRPr lang="en-GB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0BBFA910-8B52-A9BB-1329-77CD2F746F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68577" y="3512087"/>
                <a:ext cx="195566" cy="276999"/>
              </a:xfrm>
              <a:prstGeom prst="rect">
                <a:avLst/>
              </a:prstGeom>
              <a:blipFill>
                <a:blip r:embed="rId9"/>
                <a:stretch>
                  <a:fillRect l="-14706" r="-1470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18D32167-1570-FFFC-7D7A-F019C3D75738}"/>
                  </a:ext>
                </a:extLst>
              </p:cNvPr>
              <p:cNvSpPr txBox="1"/>
              <p:nvPr/>
            </p:nvSpPr>
            <p:spPr>
              <a:xfrm>
                <a:off x="7283704" y="707407"/>
                <a:ext cx="4014227" cy="71442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𝑟𝑒𝑓𝑙𝑒𝑥</m:t>
                          </m:r>
                          <m:r>
                            <a:rPr lang="en-GB" i="0">
                              <a:latin typeface="Cambria Math" panose="02040503050406030204" pitchFamily="18" charset="0"/>
                            </a:rPr>
                            <m:t>ã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  <m:sup>
                          <m:r>
                            <a:rPr lang="en-GB" i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GB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GB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GB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</m:d>
                            </m:e>
                            <m:sup>
                              <m:r>
                                <a:rPr lang="en-GB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GB" i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GB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GB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bSup>
                            <m:sSubSupPr>
                              <m:ctrlPr>
                                <a:rPr lang="en-GB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GB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GB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den>
                      </m:f>
                      <m:r>
                        <a:rPr lang="en-GB" i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GB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GB" i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GB" i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GB" i="0">
                          <a:latin typeface="Cambria Math" panose="02040503050406030204" pitchFamily="18" charset="0"/>
                        </a:rPr>
                        <m:t>+ </m:t>
                      </m:r>
                      <m:f>
                        <m:fPr>
                          <m:ctrlPr>
                            <a:rPr lang="en-GB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GB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GB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bSup>
                            <m:sSubSupPr>
                              <m:ctrlPr>
                                <a:rPr lang="en-GB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GB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GB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18D32167-1570-FFFC-7D7A-F019C3D757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83704" y="707407"/>
                <a:ext cx="4014227" cy="714426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2073D492-4874-26D1-7ADE-B8C0606EBFFF}"/>
              </a:ext>
            </a:extLst>
          </p:cNvPr>
          <p:cNvSpPr txBox="1"/>
          <p:nvPr/>
        </p:nvSpPr>
        <p:spPr>
          <a:xfrm>
            <a:off x="10365252" y="5181894"/>
            <a:ext cx="170582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800" i="1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These</a:t>
            </a:r>
            <a:r>
              <a:rPr lang="pt-BR" sz="800" i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slides</a:t>
            </a:r>
            <a:r>
              <a:rPr lang="pt-BR" sz="800" i="1" dirty="0"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pt-BR" sz="800" i="1" dirty="0" err="1">
                <a:latin typeface="Arial" panose="020B0604020202020204" pitchFamily="34" charset="0"/>
                <a:ea typeface="Times New Roman" panose="02020603050405020304" pitchFamily="18" charset="0"/>
              </a:rPr>
              <a:t>were</a:t>
            </a:r>
            <a:r>
              <a:rPr lang="pt-BR" sz="800" i="1" dirty="0"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pt-BR" sz="800" i="1" dirty="0" err="1">
                <a:latin typeface="Arial" panose="020B0604020202020204" pitchFamily="34" charset="0"/>
                <a:ea typeface="Times New Roman" panose="02020603050405020304" pitchFamily="18" charset="0"/>
              </a:rPr>
              <a:t>prepared</a:t>
            </a:r>
            <a:r>
              <a:rPr lang="pt-BR" sz="800" i="1" dirty="0"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pt-BR" sz="800" i="1" dirty="0" err="1">
                <a:latin typeface="Arial" panose="020B0604020202020204" pitchFamily="34" charset="0"/>
                <a:ea typeface="Times New Roman" panose="02020603050405020304" pitchFamily="18" charset="0"/>
              </a:rPr>
              <a:t>to</a:t>
            </a:r>
            <a:r>
              <a:rPr lang="pt-BR" sz="800" i="1" dirty="0"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pt-BR" sz="800" i="1" dirty="0" err="1">
                <a:latin typeface="Arial" panose="020B0604020202020204" pitchFamily="34" charset="0"/>
                <a:ea typeface="Times New Roman" panose="02020603050405020304" pitchFamily="18" charset="0"/>
              </a:rPr>
              <a:t>be</a:t>
            </a:r>
            <a:r>
              <a:rPr lang="pt-BR" sz="800" i="1" dirty="0"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pt-BR" sz="800" i="1" dirty="0" err="1">
                <a:latin typeface="Arial" panose="020B0604020202020204" pitchFamily="34" charset="0"/>
                <a:ea typeface="Times New Roman" panose="02020603050405020304" pitchFamily="18" charset="0"/>
              </a:rPr>
              <a:t>published</a:t>
            </a:r>
            <a:r>
              <a:rPr lang="pt-BR" sz="800" i="1" dirty="0">
                <a:latin typeface="Arial" panose="020B0604020202020204" pitchFamily="34" charset="0"/>
                <a:ea typeface="Times New Roman" panose="02020603050405020304" pitchFamily="18" charset="0"/>
              </a:rPr>
              <a:t> in </a:t>
            </a:r>
            <a:r>
              <a:rPr lang="pt-BR" sz="800" i="1" dirty="0" err="1">
                <a:latin typeface="Arial" panose="020B0604020202020204" pitchFamily="34" charset="0"/>
                <a:ea typeface="Times New Roman" panose="02020603050405020304" pitchFamily="18" charset="0"/>
              </a:rPr>
              <a:t>BrJG</a:t>
            </a:r>
            <a:r>
              <a:rPr lang="pt-BR" sz="800" i="1" dirty="0">
                <a:latin typeface="Arial" panose="020B0604020202020204" pitchFamily="34" charset="0"/>
                <a:ea typeface="Times New Roman" panose="02020603050405020304" pitchFamily="18" charset="0"/>
              </a:rPr>
              <a:t>, </a:t>
            </a:r>
            <a:r>
              <a:rPr lang="pt-BR" sz="800" i="1" dirty="0" err="1">
                <a:latin typeface="Arial" panose="020B0604020202020204" pitchFamily="34" charset="0"/>
                <a:ea typeface="Times New Roman" panose="02020603050405020304" pitchFamily="18" charset="0"/>
              </a:rPr>
              <a:t>Brazilian</a:t>
            </a:r>
            <a:r>
              <a:rPr lang="pt-BR" sz="800" i="1" dirty="0"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pt-BR" sz="800" i="1" dirty="0" err="1">
                <a:latin typeface="Arial" panose="020B0604020202020204" pitchFamily="34" charset="0"/>
                <a:ea typeface="Times New Roman" panose="02020603050405020304" pitchFamily="18" charset="0"/>
              </a:rPr>
              <a:t>Journal</a:t>
            </a:r>
            <a:r>
              <a:rPr lang="pt-BR" sz="800" i="1" dirty="0"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pt-BR" sz="800" i="1" dirty="0" err="1">
                <a:latin typeface="Arial" panose="020B0604020202020204" pitchFamily="34" charset="0"/>
                <a:ea typeface="Times New Roman" panose="02020603050405020304" pitchFamily="18" charset="0"/>
              </a:rPr>
              <a:t>of</a:t>
            </a:r>
            <a:r>
              <a:rPr lang="pt-BR" sz="800" i="1" dirty="0"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pt-BR" sz="800" i="1" dirty="0" err="1">
                <a:latin typeface="Arial" panose="020B0604020202020204" pitchFamily="34" charset="0"/>
                <a:ea typeface="Times New Roman" panose="02020603050405020304" pitchFamily="18" charset="0"/>
              </a:rPr>
              <a:t>Geophysics</a:t>
            </a:r>
            <a:r>
              <a:rPr lang="pt-BR" sz="800" i="1" dirty="0">
                <a:latin typeface="Arial" panose="020B0604020202020204" pitchFamily="34" charset="0"/>
                <a:ea typeface="Times New Roman" panose="02020603050405020304" pitchFamily="18" charset="0"/>
              </a:rPr>
              <a:t> in </a:t>
            </a:r>
            <a:r>
              <a:rPr lang="pt-BR" sz="800" i="1" dirty="0" err="1">
                <a:latin typeface="Arial" panose="020B0604020202020204" pitchFamily="34" charset="0"/>
                <a:ea typeface="Times New Roman" panose="02020603050405020304" pitchFamily="18" charset="0"/>
              </a:rPr>
              <a:t>September</a:t>
            </a:r>
            <a:r>
              <a:rPr lang="pt-BR" sz="800" i="1" dirty="0">
                <a:latin typeface="Arial" panose="020B0604020202020204" pitchFamily="34" charset="0"/>
                <a:ea typeface="Times New Roman" panose="02020603050405020304" pitchFamily="18" charset="0"/>
              </a:rPr>
              <a:t> 2026. They </a:t>
            </a:r>
            <a:r>
              <a:rPr lang="pt-BR" sz="800" i="1" dirty="0" err="1">
                <a:latin typeface="Arial" panose="020B0604020202020204" pitchFamily="34" charset="0"/>
                <a:ea typeface="Times New Roman" panose="02020603050405020304" pitchFamily="18" charset="0"/>
              </a:rPr>
              <a:t>can</a:t>
            </a:r>
            <a:r>
              <a:rPr lang="pt-BR" sz="800" i="1" dirty="0"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pt-BR" sz="800" i="1" dirty="0" err="1">
                <a:latin typeface="Arial" panose="020B0604020202020204" pitchFamily="34" charset="0"/>
                <a:ea typeface="Times New Roman" panose="02020603050405020304" pitchFamily="18" charset="0"/>
              </a:rPr>
              <a:t>be</a:t>
            </a:r>
            <a:r>
              <a:rPr lang="pt-BR" sz="800" i="1" dirty="0"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pt-BR" sz="800" i="1" dirty="0" err="1">
                <a:latin typeface="Arial" panose="020B0604020202020204" pitchFamily="34" charset="0"/>
                <a:ea typeface="Times New Roman" panose="02020603050405020304" pitchFamily="18" charset="0"/>
              </a:rPr>
              <a:t>widely</a:t>
            </a:r>
            <a:r>
              <a:rPr lang="pt-BR" sz="800" i="1" dirty="0"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pt-BR" sz="800" i="1" dirty="0" err="1">
                <a:latin typeface="Arial" panose="020B0604020202020204" pitchFamily="34" charset="0"/>
                <a:ea typeface="Times New Roman" panose="02020603050405020304" pitchFamily="18" charset="0"/>
              </a:rPr>
              <a:t>used</a:t>
            </a:r>
            <a:r>
              <a:rPr lang="pt-BR" sz="800" i="1" dirty="0">
                <a:latin typeface="Arial" panose="020B0604020202020204" pitchFamily="34" charset="0"/>
                <a:ea typeface="Times New Roman" panose="02020603050405020304" pitchFamily="18" charset="0"/>
              </a:rPr>
              <a:t> in </a:t>
            </a:r>
            <a:r>
              <a:rPr lang="pt-BR" sz="800" i="1" dirty="0" err="1">
                <a:latin typeface="Arial" panose="020B0604020202020204" pitchFamily="34" charset="0"/>
                <a:ea typeface="Times New Roman" panose="02020603050405020304" pitchFamily="18" charset="0"/>
              </a:rPr>
              <a:t>lectures</a:t>
            </a:r>
            <a:r>
              <a:rPr lang="pt-BR" sz="800" i="1" dirty="0"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pt-BR" sz="800" i="1" dirty="0" err="1">
                <a:latin typeface="Arial" panose="020B0604020202020204" pitchFamily="34" charset="0"/>
                <a:ea typeface="Times New Roman" panose="02020603050405020304" pitchFamily="18" charset="0"/>
              </a:rPr>
              <a:t>and</a:t>
            </a:r>
            <a:r>
              <a:rPr lang="pt-BR" sz="800" i="1" dirty="0"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pt-BR" sz="800" i="1" dirty="0" err="1">
                <a:latin typeface="Arial" panose="020B0604020202020204" pitchFamily="34" charset="0"/>
                <a:ea typeface="Times New Roman" panose="02020603050405020304" pitchFamily="18" charset="0"/>
              </a:rPr>
              <a:t>courses</a:t>
            </a:r>
            <a:r>
              <a:rPr lang="pt-BR" sz="800" i="1" dirty="0">
                <a:latin typeface="Arial" panose="020B0604020202020204" pitchFamily="34" charset="0"/>
                <a:ea typeface="Times New Roman" panose="02020603050405020304" pitchFamily="18" charset="0"/>
              </a:rPr>
              <a:t>.</a:t>
            </a:r>
            <a:endParaRPr lang="en-GB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F92C04FB-C21F-D53E-7D3B-42AAD083BA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96522" y="6012891"/>
            <a:ext cx="1243285" cy="4380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5456984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30" grpId="0" animBg="1"/>
      <p:bldP spid="33" grpId="0"/>
      <p:bldP spid="34" grpId="0"/>
      <p:bldP spid="37" grpId="0" animBg="1"/>
      <p:bldP spid="38" grpId="0" animBg="1"/>
      <p:bldP spid="39" grpId="0" animBg="1"/>
      <p:bldP spid="26" grpId="0" animBg="1"/>
      <p:bldP spid="4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>
            <a:extLst>
              <a:ext uri="{FF2B5EF4-FFF2-40B4-BE49-F238E27FC236}">
                <a16:creationId xmlns:a16="http://schemas.microsoft.com/office/drawing/2014/main" id="{4CF1A87A-824C-469F-AD29-BF1A98202F4A}"/>
              </a:ext>
            </a:extLst>
          </p:cNvPr>
          <p:cNvSpPr/>
          <p:nvPr/>
        </p:nvSpPr>
        <p:spPr>
          <a:xfrm>
            <a:off x="332510" y="775860"/>
            <a:ext cx="6232120" cy="3678030"/>
          </a:xfrm>
          <a:prstGeom prst="rect">
            <a:avLst/>
          </a:prstGeom>
          <a:noFill/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9" name="Conector reto 18">
            <a:extLst>
              <a:ext uri="{FF2B5EF4-FFF2-40B4-BE49-F238E27FC236}">
                <a16:creationId xmlns:a16="http://schemas.microsoft.com/office/drawing/2014/main" id="{8D63C3DE-C486-47CB-9CEC-951AF0382BC7}"/>
              </a:ext>
            </a:extLst>
          </p:cNvPr>
          <p:cNvCxnSpPr>
            <a:cxnSpLocks/>
          </p:cNvCxnSpPr>
          <p:nvPr/>
        </p:nvCxnSpPr>
        <p:spPr>
          <a:xfrm>
            <a:off x="332510" y="2033242"/>
            <a:ext cx="6232120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Isosceles Triangle 8">
            <a:extLst>
              <a:ext uri="{FF2B5EF4-FFF2-40B4-BE49-F238E27FC236}">
                <a16:creationId xmlns:a16="http://schemas.microsoft.com/office/drawing/2014/main" id="{E6683C62-2B50-418C-8BBF-DC4D7B2F8557}"/>
              </a:ext>
            </a:extLst>
          </p:cNvPr>
          <p:cNvSpPr/>
          <p:nvPr/>
        </p:nvSpPr>
        <p:spPr>
          <a:xfrm rot="10800000">
            <a:off x="5124450" y="535957"/>
            <a:ext cx="358487" cy="342900"/>
          </a:xfrm>
          <a:prstGeom prst="triangle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63429CE-1628-462E-B947-B4166ABFE6C7}"/>
              </a:ext>
            </a:extLst>
          </p:cNvPr>
          <p:cNvCxnSpPr>
            <a:cxnSpLocks/>
          </p:cNvCxnSpPr>
          <p:nvPr/>
        </p:nvCxnSpPr>
        <p:spPr>
          <a:xfrm>
            <a:off x="1379903" y="666322"/>
            <a:ext cx="3744547" cy="0"/>
          </a:xfrm>
          <a:prstGeom prst="straightConnector1">
            <a:avLst/>
          </a:prstGeom>
          <a:ln w="127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Star: 5 Points 9">
            <a:extLst>
              <a:ext uri="{FF2B5EF4-FFF2-40B4-BE49-F238E27FC236}">
                <a16:creationId xmlns:a16="http://schemas.microsoft.com/office/drawing/2014/main" id="{0AA4393D-6C54-4699-A782-47DF504C37DC}"/>
              </a:ext>
            </a:extLst>
          </p:cNvPr>
          <p:cNvSpPr/>
          <p:nvPr/>
        </p:nvSpPr>
        <p:spPr>
          <a:xfrm>
            <a:off x="976572" y="535957"/>
            <a:ext cx="358487" cy="342900"/>
          </a:xfrm>
          <a:prstGeom prst="star5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5AFB65D-DD00-449F-806D-CC5A29FEAED3}"/>
              </a:ext>
            </a:extLst>
          </p:cNvPr>
          <p:cNvSpPr txBox="1"/>
          <p:nvPr/>
        </p:nvSpPr>
        <p:spPr>
          <a:xfrm>
            <a:off x="3017737" y="252640"/>
            <a:ext cx="3584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x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18CC50D9-700D-4264-94CC-A3345F39D0DD}"/>
              </a:ext>
            </a:extLst>
          </p:cNvPr>
          <p:cNvCxnSpPr>
            <a:cxnSpLocks/>
          </p:cNvCxnSpPr>
          <p:nvPr/>
        </p:nvCxnSpPr>
        <p:spPr>
          <a:xfrm>
            <a:off x="1155815" y="808703"/>
            <a:ext cx="1080655" cy="1224539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5CB450E-9781-4493-A11F-ED402E68C1DB}"/>
              </a:ext>
            </a:extLst>
          </p:cNvPr>
          <p:cNvCxnSpPr>
            <a:cxnSpLocks/>
            <a:endCxn id="12" idx="2"/>
          </p:cNvCxnSpPr>
          <p:nvPr/>
        </p:nvCxnSpPr>
        <p:spPr>
          <a:xfrm flipV="1">
            <a:off x="2255387" y="775860"/>
            <a:ext cx="941594" cy="123074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E7E9AF81-04AC-4725-BC18-BC0782F4BF48}"/>
              </a:ext>
            </a:extLst>
          </p:cNvPr>
          <p:cNvCxnSpPr>
            <a:cxnSpLocks/>
          </p:cNvCxnSpPr>
          <p:nvPr/>
        </p:nvCxnSpPr>
        <p:spPr>
          <a:xfrm>
            <a:off x="3178362" y="804718"/>
            <a:ext cx="1058400" cy="1228524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58914CF6-A138-4A40-B0A8-DBD0C0CBE385}"/>
              </a:ext>
            </a:extLst>
          </p:cNvPr>
          <p:cNvCxnSpPr>
            <a:cxnSpLocks/>
          </p:cNvCxnSpPr>
          <p:nvPr/>
        </p:nvCxnSpPr>
        <p:spPr>
          <a:xfrm flipV="1">
            <a:off x="4261267" y="771875"/>
            <a:ext cx="958261" cy="1234725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6DDB475C-4449-441F-9EE8-37486F39FFD2}"/>
              </a:ext>
            </a:extLst>
          </p:cNvPr>
          <p:cNvCxnSpPr>
            <a:cxnSpLocks/>
          </p:cNvCxnSpPr>
          <p:nvPr/>
        </p:nvCxnSpPr>
        <p:spPr>
          <a:xfrm>
            <a:off x="2236470" y="1647135"/>
            <a:ext cx="0" cy="359465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377D07A5-5B31-4B94-83E2-0CE2679F57B9}"/>
              </a:ext>
            </a:extLst>
          </p:cNvPr>
          <p:cNvCxnSpPr>
            <a:cxnSpLocks/>
          </p:cNvCxnSpPr>
          <p:nvPr/>
        </p:nvCxnSpPr>
        <p:spPr>
          <a:xfrm>
            <a:off x="4249014" y="1586175"/>
            <a:ext cx="0" cy="420425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5E00861-594E-465B-B112-A5891863C998}"/>
                  </a:ext>
                </a:extLst>
              </p:cNvPr>
              <p:cNvSpPr txBox="1"/>
              <p:nvPr/>
            </p:nvSpPr>
            <p:spPr>
              <a:xfrm>
                <a:off x="1628033" y="1241769"/>
                <a:ext cx="195566" cy="276999"/>
              </a:xfrm>
              <a:prstGeom prst="rect">
                <a:avLst/>
              </a:prstGeom>
            </p:spPr>
            <p:style>
              <a:lnRef idx="2">
                <a:schemeClr val="accent4"/>
              </a:lnRef>
              <a:fillRef idx="1">
                <a:schemeClr val="lt1"/>
              </a:fillRef>
              <a:effectRef idx="0">
                <a:schemeClr val="accent4"/>
              </a:effectRef>
              <a:fontRef idx="minor">
                <a:schemeClr val="dk1"/>
              </a:fontRef>
            </p:style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</m:oMath>
                  </m:oMathPara>
                </a14:m>
                <a:endParaRPr lang="en-GB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5E00861-594E-465B-B112-A5891863C9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8033" y="1241769"/>
                <a:ext cx="195566" cy="276999"/>
              </a:xfrm>
              <a:prstGeom prst="rect">
                <a:avLst/>
              </a:prstGeom>
              <a:blipFill>
                <a:blip r:embed="rId3"/>
                <a:stretch>
                  <a:fillRect l="-14706" r="-1470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3DD6F4D4-A52C-4010-A13E-4E8B1A390911}"/>
              </a:ext>
            </a:extLst>
          </p:cNvPr>
          <p:cNvSpPr txBox="1"/>
          <p:nvPr/>
        </p:nvSpPr>
        <p:spPr>
          <a:xfrm>
            <a:off x="2579928" y="1241768"/>
            <a:ext cx="176778" cy="276999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lIns="0" tIns="0" rIns="0" bIns="0" rtlCol="0">
            <a:spAutoFit/>
          </a:bodyPr>
          <a:lstStyle/>
          <a:p>
            <a:r>
              <a:rPr lang="en-GB" b="1" i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b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CA480AF-84E6-4D2F-8090-B8DC16756AC6}"/>
              </a:ext>
            </a:extLst>
          </p:cNvPr>
          <p:cNvSpPr txBox="1"/>
          <p:nvPr/>
        </p:nvSpPr>
        <p:spPr>
          <a:xfrm>
            <a:off x="3679719" y="1241477"/>
            <a:ext cx="176778" cy="276999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lIns="0" tIns="0" rIns="0" bIns="0" rtlCol="0">
            <a:spAutoFit/>
          </a:bodyPr>
          <a:lstStyle/>
          <a:p>
            <a:r>
              <a:rPr lang="en-GB" b="1" i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21B1B91-2290-497F-BD8F-2E5ED8E0B39C}"/>
              </a:ext>
            </a:extLst>
          </p:cNvPr>
          <p:cNvSpPr txBox="1"/>
          <p:nvPr/>
        </p:nvSpPr>
        <p:spPr>
          <a:xfrm>
            <a:off x="4600311" y="1241476"/>
            <a:ext cx="176778" cy="276999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lIns="0" tIns="0" rIns="0" bIns="0" rtlCol="0">
            <a:spAutoFit/>
          </a:bodyPr>
          <a:lstStyle/>
          <a:p>
            <a:r>
              <a:rPr lang="en-GB" b="1" i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d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6CF156B8-0B87-431A-953A-3352781C8EB4}"/>
              </a:ext>
            </a:extLst>
          </p:cNvPr>
          <p:cNvCxnSpPr>
            <a:cxnSpLocks/>
          </p:cNvCxnSpPr>
          <p:nvPr/>
        </p:nvCxnSpPr>
        <p:spPr>
          <a:xfrm>
            <a:off x="2255386" y="2057782"/>
            <a:ext cx="941594" cy="1230740"/>
          </a:xfrm>
          <a:prstGeom prst="straightConnector1">
            <a:avLst/>
          </a:prstGeom>
          <a:ln w="12700"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E88602AE-8BF0-4B87-BF13-572463292E11}"/>
              </a:ext>
            </a:extLst>
          </p:cNvPr>
          <p:cNvCxnSpPr>
            <a:cxnSpLocks/>
          </p:cNvCxnSpPr>
          <p:nvPr/>
        </p:nvCxnSpPr>
        <p:spPr>
          <a:xfrm flipV="1">
            <a:off x="3252176" y="2058599"/>
            <a:ext cx="984586" cy="1198345"/>
          </a:xfrm>
          <a:prstGeom prst="straightConnector1">
            <a:avLst/>
          </a:prstGeom>
          <a:ln w="12700"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1AE2CF9D-C4FC-4589-8963-0BDD077B0FEA}"/>
              </a:ext>
            </a:extLst>
          </p:cNvPr>
          <p:cNvSpPr txBox="1"/>
          <p:nvPr/>
        </p:nvSpPr>
        <p:spPr>
          <a:xfrm>
            <a:off x="2579928" y="2476375"/>
            <a:ext cx="176778" cy="276999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lIns="0" tIns="0" rIns="0" bIns="0" rtlCol="0">
            <a:spAutoFit/>
          </a:bodyPr>
          <a:lstStyle/>
          <a:p>
            <a:r>
              <a:rPr lang="en-GB" b="1" i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b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A05ED268-9BF3-409B-BCB2-46641DBD3F42}"/>
              </a:ext>
            </a:extLst>
          </p:cNvPr>
          <p:cNvCxnSpPr>
            <a:cxnSpLocks/>
          </p:cNvCxnSpPr>
          <p:nvPr/>
        </p:nvCxnSpPr>
        <p:spPr>
          <a:xfrm flipV="1">
            <a:off x="1155814" y="4519262"/>
            <a:ext cx="1080655" cy="1224539"/>
          </a:xfrm>
          <a:prstGeom prst="straightConnector1">
            <a:avLst/>
          </a:prstGeom>
          <a:ln w="12700"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5A2506AD-7A21-4642-8714-AEA1D0768D76}"/>
              </a:ext>
            </a:extLst>
          </p:cNvPr>
          <p:cNvCxnSpPr>
            <a:cxnSpLocks/>
          </p:cNvCxnSpPr>
          <p:nvPr/>
        </p:nvCxnSpPr>
        <p:spPr>
          <a:xfrm flipV="1">
            <a:off x="2253552" y="3313061"/>
            <a:ext cx="943428" cy="1206201"/>
          </a:xfrm>
          <a:prstGeom prst="straightConnector1">
            <a:avLst/>
          </a:prstGeom>
          <a:ln w="12700"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86B7CACB-06EA-400C-9FC1-FC1233CDC46A}"/>
              </a:ext>
            </a:extLst>
          </p:cNvPr>
          <p:cNvSpPr txBox="1"/>
          <p:nvPr/>
        </p:nvSpPr>
        <p:spPr>
          <a:xfrm>
            <a:off x="2579928" y="3777661"/>
            <a:ext cx="176778" cy="276999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lIns="0" tIns="0" rIns="0" bIns="0" rtlCol="0">
            <a:spAutoFit/>
          </a:bodyPr>
          <a:lstStyle/>
          <a:p>
            <a:r>
              <a:rPr lang="en-GB" b="1" i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b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698D93CF-31A2-4142-A082-EF9107D9ECF9}"/>
                  </a:ext>
                </a:extLst>
              </p:cNvPr>
              <p:cNvSpPr txBox="1"/>
              <p:nvPr/>
            </p:nvSpPr>
            <p:spPr>
              <a:xfrm>
                <a:off x="1628033" y="4955299"/>
                <a:ext cx="195566" cy="276999"/>
              </a:xfrm>
              <a:prstGeom prst="rect">
                <a:avLst/>
              </a:prstGeom>
            </p:spPr>
            <p:style>
              <a:lnRef idx="2">
                <a:schemeClr val="accent4"/>
              </a:lnRef>
              <a:fillRef idx="1">
                <a:schemeClr val="lt1"/>
              </a:fillRef>
              <a:effectRef idx="0">
                <a:schemeClr val="accent4"/>
              </a:effectRef>
              <a:fontRef idx="minor">
                <a:schemeClr val="dk1"/>
              </a:fontRef>
            </p:style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</m:oMath>
                  </m:oMathPara>
                </a14:m>
                <a:endParaRPr lang="en-GB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698D93CF-31A2-4142-A082-EF9107D9EC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8033" y="4955299"/>
                <a:ext cx="195566" cy="276999"/>
              </a:xfrm>
              <a:prstGeom prst="rect">
                <a:avLst/>
              </a:prstGeom>
              <a:blipFill>
                <a:blip r:embed="rId4"/>
                <a:stretch>
                  <a:fillRect l="-14706" r="-1470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BDA65922-4753-4A60-A2B3-691E42406213}"/>
              </a:ext>
            </a:extLst>
          </p:cNvPr>
          <p:cNvCxnSpPr>
            <a:cxnSpLocks/>
          </p:cNvCxnSpPr>
          <p:nvPr/>
        </p:nvCxnSpPr>
        <p:spPr>
          <a:xfrm>
            <a:off x="1155814" y="834070"/>
            <a:ext cx="0" cy="1218159"/>
          </a:xfrm>
          <a:prstGeom prst="straightConnector1">
            <a:avLst/>
          </a:prstGeom>
          <a:ln w="12700">
            <a:headEnd type="triangl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3FEA6F63-FFF1-4664-99DB-B21D93ED10F5}"/>
              </a:ext>
            </a:extLst>
          </p:cNvPr>
          <p:cNvSpPr txBox="1"/>
          <p:nvPr/>
        </p:nvSpPr>
        <p:spPr>
          <a:xfrm>
            <a:off x="1039851" y="1285166"/>
            <a:ext cx="207424" cy="276999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lIns="0" tIns="0" rIns="0" bIns="0" rtlCol="0">
            <a:spAutoFit/>
          </a:bodyPr>
          <a:lstStyle/>
          <a:p>
            <a:r>
              <a:rPr lang="en-GB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GB" b="1" i="1" dirty="0">
                <a:latin typeface="Cambria Math" panose="02040503050406030204" pitchFamily="18" charset="0"/>
                <a:ea typeface="Cambria Math" panose="02040503050406030204" pitchFamily="18" charset="0"/>
              </a:rPr>
              <a:t>z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31D20DC9-FF90-4DD9-9A32-63892AC8D86B}"/>
              </a:ext>
            </a:extLst>
          </p:cNvPr>
          <p:cNvCxnSpPr>
            <a:cxnSpLocks/>
          </p:cNvCxnSpPr>
          <p:nvPr/>
        </p:nvCxnSpPr>
        <p:spPr>
          <a:xfrm>
            <a:off x="1155814" y="2057768"/>
            <a:ext cx="0" cy="1218159"/>
          </a:xfrm>
          <a:prstGeom prst="straightConnector1">
            <a:avLst/>
          </a:prstGeom>
          <a:ln w="12700">
            <a:headEnd type="triangl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3C309F65-FAAE-4096-AA84-C13E90061CAB}"/>
              </a:ext>
            </a:extLst>
          </p:cNvPr>
          <p:cNvSpPr txBox="1"/>
          <p:nvPr/>
        </p:nvSpPr>
        <p:spPr>
          <a:xfrm>
            <a:off x="1039851" y="2508864"/>
            <a:ext cx="207424" cy="276999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lIns="0" tIns="0" rIns="0" bIns="0" rtlCol="0">
            <a:spAutoFit/>
          </a:bodyPr>
          <a:lstStyle/>
          <a:p>
            <a:r>
              <a:rPr lang="en-GB" b="1" i="1" dirty="0">
                <a:latin typeface="Cambria Math" panose="02040503050406030204" pitchFamily="18" charset="0"/>
                <a:ea typeface="Cambria Math" panose="02040503050406030204" pitchFamily="18" charset="0"/>
              </a:rPr>
              <a:t> z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FC7A716E-CF04-4A11-B0F0-76A87AF2438F}"/>
              </a:ext>
            </a:extLst>
          </p:cNvPr>
          <p:cNvCxnSpPr>
            <a:cxnSpLocks/>
          </p:cNvCxnSpPr>
          <p:nvPr/>
        </p:nvCxnSpPr>
        <p:spPr>
          <a:xfrm>
            <a:off x="1155814" y="3293941"/>
            <a:ext cx="0" cy="1218159"/>
          </a:xfrm>
          <a:prstGeom prst="straightConnector1">
            <a:avLst/>
          </a:prstGeom>
          <a:ln w="12700">
            <a:headEnd type="triangl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65D9E1F4-B179-4EC1-BA9E-C10AC9E25FAA}"/>
              </a:ext>
            </a:extLst>
          </p:cNvPr>
          <p:cNvSpPr txBox="1"/>
          <p:nvPr/>
        </p:nvSpPr>
        <p:spPr>
          <a:xfrm>
            <a:off x="1039851" y="3745037"/>
            <a:ext cx="207424" cy="276999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lIns="0" tIns="0" rIns="0" bIns="0" rtlCol="0">
            <a:spAutoFit/>
          </a:bodyPr>
          <a:lstStyle/>
          <a:p>
            <a:r>
              <a:rPr lang="en-GB" b="1" i="1" dirty="0">
                <a:latin typeface="Cambria Math" panose="02040503050406030204" pitchFamily="18" charset="0"/>
                <a:ea typeface="Cambria Math" panose="02040503050406030204" pitchFamily="18" charset="0"/>
              </a:rPr>
              <a:t> z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354BC405-A553-466B-83F0-2F4B6D187810}"/>
              </a:ext>
            </a:extLst>
          </p:cNvPr>
          <p:cNvCxnSpPr>
            <a:cxnSpLocks/>
          </p:cNvCxnSpPr>
          <p:nvPr/>
        </p:nvCxnSpPr>
        <p:spPr>
          <a:xfrm>
            <a:off x="1155814" y="4512100"/>
            <a:ext cx="0" cy="1218159"/>
          </a:xfrm>
          <a:prstGeom prst="straightConnector1">
            <a:avLst/>
          </a:prstGeom>
          <a:ln w="12700">
            <a:headEnd type="triangl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081DF711-08C2-43E5-AB52-5EC10148055D}"/>
              </a:ext>
            </a:extLst>
          </p:cNvPr>
          <p:cNvSpPr txBox="1"/>
          <p:nvPr/>
        </p:nvSpPr>
        <p:spPr>
          <a:xfrm>
            <a:off x="1039851" y="4963196"/>
            <a:ext cx="207424" cy="276999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lIns="0" tIns="0" rIns="0" bIns="0" rtlCol="0">
            <a:spAutoFit/>
          </a:bodyPr>
          <a:lstStyle/>
          <a:p>
            <a:r>
              <a:rPr lang="en-GB" b="1" i="1" dirty="0">
                <a:latin typeface="Cambria Math" panose="02040503050406030204" pitchFamily="18" charset="0"/>
                <a:ea typeface="Cambria Math" panose="02040503050406030204" pitchFamily="18" charset="0"/>
              </a:rPr>
              <a:t> z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55F4CB3-193C-492E-A4D3-741783151564}"/>
              </a:ext>
            </a:extLst>
          </p:cNvPr>
          <p:cNvSpPr txBox="1"/>
          <p:nvPr/>
        </p:nvSpPr>
        <p:spPr>
          <a:xfrm>
            <a:off x="3679719" y="2476375"/>
            <a:ext cx="176778" cy="276999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lIns="0" tIns="0" rIns="0" bIns="0" rtlCol="0">
            <a:spAutoFit/>
          </a:bodyPr>
          <a:lstStyle/>
          <a:p>
            <a:r>
              <a:rPr lang="en-GB" b="1" i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91556997-9FE1-4B6A-BFA8-AA2FA5545B32}"/>
                  </a:ext>
                </a:extLst>
              </p:cNvPr>
              <p:cNvSpPr txBox="1"/>
              <p:nvPr/>
            </p:nvSpPr>
            <p:spPr>
              <a:xfrm>
                <a:off x="406954" y="1693551"/>
                <a:ext cx="163203" cy="54765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b="1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1" i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𝐯</m:t>
                        </m:r>
                      </m:e>
                      <m:sub>
                        <m:r>
                          <a:rPr lang="en-GB" b="1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GB" b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91556997-9FE1-4B6A-BFA8-AA2FA5545B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954" y="1693551"/>
                <a:ext cx="163203" cy="547650"/>
              </a:xfrm>
              <a:prstGeom prst="rect">
                <a:avLst/>
              </a:prstGeom>
              <a:blipFill>
                <a:blip r:embed="rId5"/>
                <a:stretch>
                  <a:fillRect l="-37037" r="-7037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0D7B8E2C-5AF5-46B2-84F6-B7C919B3B15B}"/>
                  </a:ext>
                </a:extLst>
              </p:cNvPr>
              <p:cNvSpPr txBox="1"/>
              <p:nvPr/>
            </p:nvSpPr>
            <p:spPr>
              <a:xfrm>
                <a:off x="406954" y="2119197"/>
                <a:ext cx="163203" cy="54765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b="1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1" i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𝐯</m:t>
                        </m:r>
                      </m:e>
                      <m:sub>
                        <m:r>
                          <a:rPr lang="en-GB" b="1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GB" b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0D7B8E2C-5AF5-46B2-84F6-B7C919B3B1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954" y="2119197"/>
                <a:ext cx="163203" cy="547650"/>
              </a:xfrm>
              <a:prstGeom prst="rect">
                <a:avLst/>
              </a:prstGeom>
              <a:blipFill>
                <a:blip r:embed="rId6"/>
                <a:stretch>
                  <a:fillRect l="-37037" r="-7037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8E39DE6A-4AF0-9344-54BD-CF0A1169DC31}"/>
                  </a:ext>
                </a:extLst>
              </p:cNvPr>
              <p:cNvSpPr txBox="1"/>
              <p:nvPr/>
            </p:nvSpPr>
            <p:spPr>
              <a:xfrm>
                <a:off x="7208692" y="779287"/>
                <a:ext cx="4365067" cy="72032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GB" i="0">
                              <a:latin typeface="Cambria Math" panose="02040503050406030204" pitchFamily="18" charset="0"/>
                            </a:rPr>
                            <m:t>ú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𝑙𝑡𝑖𝑝𝑙𝑎</m:t>
                          </m:r>
                          <m:r>
                            <a:rPr lang="en-GB" i="0"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  <m:sup>
                          <m:r>
                            <a:rPr lang="en-GB" i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GB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GB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GB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GB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GB" i="0">
                                          <a:latin typeface="Cambria Math" panose="02040503050406030204" pitchFamily="18" charset="0"/>
                                        </a:rPr>
                                        <m:t>4</m:t>
                                      </m:r>
                                      <m: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GB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GB" i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GB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GB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sSubSup>
                                <m:sSubSupPr>
                                  <m:ctrlPr>
                                    <a:rPr lang="en-GB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GB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GB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den>
                          </m:f>
                        </m:e>
                      </m:d>
                      <m:r>
                        <a:rPr lang="en-GB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0">
                              <a:latin typeface="Cambria Math" panose="02040503050406030204" pitchFamily="18" charset="0"/>
                            </a:rPr>
                            <m:t>4</m:t>
                          </m:r>
                          <m:sSup>
                            <m:sSupPr>
                              <m:ctrlPr>
                                <a:rPr lang="en-GB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GB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</m:d>
                            </m:e>
                            <m:sup>
                              <m:r>
                                <a:rPr lang="en-GB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bSup>
                            <m:sSubSupPr>
                              <m:ctrlPr>
                                <a:rPr lang="en-GB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GB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GB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den>
                      </m:f>
                      <m:r>
                        <a:rPr lang="en-GB" i="0">
                          <a:latin typeface="Cambria Math" panose="02040503050406030204" pitchFamily="18" charset="0"/>
                        </a:rPr>
                        <m:t>+ </m:t>
                      </m:r>
                      <m:f>
                        <m:fPr>
                          <m:ctrlPr>
                            <a:rPr lang="en-GB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GB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GB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bSup>
                            <m:sSubSupPr>
                              <m:ctrlPr>
                                <a:rPr lang="en-GB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GB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GB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8E39DE6A-4AF0-9344-54BD-CF0A1169DC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8692" y="779287"/>
                <a:ext cx="4365067" cy="72032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29741050-C962-29BB-D90B-9D002C9CF112}"/>
              </a:ext>
            </a:extLst>
          </p:cNvPr>
          <p:cNvSpPr txBox="1"/>
          <p:nvPr/>
        </p:nvSpPr>
        <p:spPr>
          <a:xfrm>
            <a:off x="10365252" y="5181894"/>
            <a:ext cx="170582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800" i="1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These</a:t>
            </a:r>
            <a:r>
              <a:rPr lang="pt-BR" sz="800" i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slides</a:t>
            </a:r>
            <a:r>
              <a:rPr lang="pt-BR" sz="800" i="1" dirty="0"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pt-BR" sz="800" i="1" dirty="0" err="1">
                <a:latin typeface="Arial" panose="020B0604020202020204" pitchFamily="34" charset="0"/>
                <a:ea typeface="Times New Roman" panose="02020603050405020304" pitchFamily="18" charset="0"/>
              </a:rPr>
              <a:t>were</a:t>
            </a:r>
            <a:r>
              <a:rPr lang="pt-BR" sz="800" i="1" dirty="0"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pt-BR" sz="800" i="1" dirty="0" err="1">
                <a:latin typeface="Arial" panose="020B0604020202020204" pitchFamily="34" charset="0"/>
                <a:ea typeface="Times New Roman" panose="02020603050405020304" pitchFamily="18" charset="0"/>
              </a:rPr>
              <a:t>prepared</a:t>
            </a:r>
            <a:r>
              <a:rPr lang="pt-BR" sz="800" i="1" dirty="0"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pt-BR" sz="800" i="1" dirty="0" err="1">
                <a:latin typeface="Arial" panose="020B0604020202020204" pitchFamily="34" charset="0"/>
                <a:ea typeface="Times New Roman" panose="02020603050405020304" pitchFamily="18" charset="0"/>
              </a:rPr>
              <a:t>to</a:t>
            </a:r>
            <a:r>
              <a:rPr lang="pt-BR" sz="800" i="1" dirty="0"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pt-BR" sz="800" i="1" dirty="0" err="1">
                <a:latin typeface="Arial" panose="020B0604020202020204" pitchFamily="34" charset="0"/>
                <a:ea typeface="Times New Roman" panose="02020603050405020304" pitchFamily="18" charset="0"/>
              </a:rPr>
              <a:t>be</a:t>
            </a:r>
            <a:r>
              <a:rPr lang="pt-BR" sz="800" i="1" dirty="0"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pt-BR" sz="800" i="1" dirty="0" err="1">
                <a:latin typeface="Arial" panose="020B0604020202020204" pitchFamily="34" charset="0"/>
                <a:ea typeface="Times New Roman" panose="02020603050405020304" pitchFamily="18" charset="0"/>
              </a:rPr>
              <a:t>published</a:t>
            </a:r>
            <a:r>
              <a:rPr lang="pt-BR" sz="800" i="1" dirty="0">
                <a:latin typeface="Arial" panose="020B0604020202020204" pitchFamily="34" charset="0"/>
                <a:ea typeface="Times New Roman" panose="02020603050405020304" pitchFamily="18" charset="0"/>
              </a:rPr>
              <a:t> in </a:t>
            </a:r>
            <a:r>
              <a:rPr lang="pt-BR" sz="800" i="1" dirty="0" err="1">
                <a:latin typeface="Arial" panose="020B0604020202020204" pitchFamily="34" charset="0"/>
                <a:ea typeface="Times New Roman" panose="02020603050405020304" pitchFamily="18" charset="0"/>
              </a:rPr>
              <a:t>BrJG</a:t>
            </a:r>
            <a:r>
              <a:rPr lang="pt-BR" sz="800" i="1" dirty="0">
                <a:latin typeface="Arial" panose="020B0604020202020204" pitchFamily="34" charset="0"/>
                <a:ea typeface="Times New Roman" panose="02020603050405020304" pitchFamily="18" charset="0"/>
              </a:rPr>
              <a:t>, </a:t>
            </a:r>
            <a:r>
              <a:rPr lang="pt-BR" sz="800" i="1" dirty="0" err="1">
                <a:latin typeface="Arial" panose="020B0604020202020204" pitchFamily="34" charset="0"/>
                <a:ea typeface="Times New Roman" panose="02020603050405020304" pitchFamily="18" charset="0"/>
              </a:rPr>
              <a:t>Brazilian</a:t>
            </a:r>
            <a:r>
              <a:rPr lang="pt-BR" sz="800" i="1" dirty="0"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pt-BR" sz="800" i="1" dirty="0" err="1">
                <a:latin typeface="Arial" panose="020B0604020202020204" pitchFamily="34" charset="0"/>
                <a:ea typeface="Times New Roman" panose="02020603050405020304" pitchFamily="18" charset="0"/>
              </a:rPr>
              <a:t>Journal</a:t>
            </a:r>
            <a:r>
              <a:rPr lang="pt-BR" sz="800" i="1" dirty="0"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pt-BR" sz="800" i="1" dirty="0" err="1">
                <a:latin typeface="Arial" panose="020B0604020202020204" pitchFamily="34" charset="0"/>
                <a:ea typeface="Times New Roman" panose="02020603050405020304" pitchFamily="18" charset="0"/>
              </a:rPr>
              <a:t>of</a:t>
            </a:r>
            <a:r>
              <a:rPr lang="pt-BR" sz="800" i="1" dirty="0"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pt-BR" sz="800" i="1" dirty="0" err="1">
                <a:latin typeface="Arial" panose="020B0604020202020204" pitchFamily="34" charset="0"/>
                <a:ea typeface="Times New Roman" panose="02020603050405020304" pitchFamily="18" charset="0"/>
              </a:rPr>
              <a:t>Geophysics</a:t>
            </a:r>
            <a:r>
              <a:rPr lang="pt-BR" sz="800" i="1" dirty="0">
                <a:latin typeface="Arial" panose="020B0604020202020204" pitchFamily="34" charset="0"/>
                <a:ea typeface="Times New Roman" panose="02020603050405020304" pitchFamily="18" charset="0"/>
              </a:rPr>
              <a:t> in </a:t>
            </a:r>
            <a:r>
              <a:rPr lang="pt-BR" sz="800" i="1" dirty="0" err="1">
                <a:latin typeface="Arial" panose="020B0604020202020204" pitchFamily="34" charset="0"/>
                <a:ea typeface="Times New Roman" panose="02020603050405020304" pitchFamily="18" charset="0"/>
              </a:rPr>
              <a:t>September</a:t>
            </a:r>
            <a:r>
              <a:rPr lang="pt-BR" sz="800" i="1" dirty="0">
                <a:latin typeface="Arial" panose="020B0604020202020204" pitchFamily="34" charset="0"/>
                <a:ea typeface="Times New Roman" panose="02020603050405020304" pitchFamily="18" charset="0"/>
              </a:rPr>
              <a:t> 2026. They </a:t>
            </a:r>
            <a:r>
              <a:rPr lang="pt-BR" sz="800" i="1" dirty="0" err="1">
                <a:latin typeface="Arial" panose="020B0604020202020204" pitchFamily="34" charset="0"/>
                <a:ea typeface="Times New Roman" panose="02020603050405020304" pitchFamily="18" charset="0"/>
              </a:rPr>
              <a:t>can</a:t>
            </a:r>
            <a:r>
              <a:rPr lang="pt-BR" sz="800" i="1" dirty="0"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pt-BR" sz="800" i="1" dirty="0" err="1">
                <a:latin typeface="Arial" panose="020B0604020202020204" pitchFamily="34" charset="0"/>
                <a:ea typeface="Times New Roman" panose="02020603050405020304" pitchFamily="18" charset="0"/>
              </a:rPr>
              <a:t>be</a:t>
            </a:r>
            <a:r>
              <a:rPr lang="pt-BR" sz="800" i="1" dirty="0"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pt-BR" sz="800" i="1" dirty="0" err="1">
                <a:latin typeface="Arial" panose="020B0604020202020204" pitchFamily="34" charset="0"/>
                <a:ea typeface="Times New Roman" panose="02020603050405020304" pitchFamily="18" charset="0"/>
              </a:rPr>
              <a:t>widely</a:t>
            </a:r>
            <a:r>
              <a:rPr lang="pt-BR" sz="800" i="1" dirty="0"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pt-BR" sz="800" i="1" dirty="0" err="1">
                <a:latin typeface="Arial" panose="020B0604020202020204" pitchFamily="34" charset="0"/>
                <a:ea typeface="Times New Roman" panose="02020603050405020304" pitchFamily="18" charset="0"/>
              </a:rPr>
              <a:t>used</a:t>
            </a:r>
            <a:r>
              <a:rPr lang="pt-BR" sz="800" i="1" dirty="0">
                <a:latin typeface="Arial" panose="020B0604020202020204" pitchFamily="34" charset="0"/>
                <a:ea typeface="Times New Roman" panose="02020603050405020304" pitchFamily="18" charset="0"/>
              </a:rPr>
              <a:t> in </a:t>
            </a:r>
            <a:r>
              <a:rPr lang="pt-BR" sz="800" i="1" dirty="0" err="1">
                <a:latin typeface="Arial" panose="020B0604020202020204" pitchFamily="34" charset="0"/>
                <a:ea typeface="Times New Roman" panose="02020603050405020304" pitchFamily="18" charset="0"/>
              </a:rPr>
              <a:t>lectures</a:t>
            </a:r>
            <a:r>
              <a:rPr lang="pt-BR" sz="800" i="1" dirty="0"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pt-BR" sz="800" i="1" dirty="0" err="1">
                <a:latin typeface="Arial" panose="020B0604020202020204" pitchFamily="34" charset="0"/>
                <a:ea typeface="Times New Roman" panose="02020603050405020304" pitchFamily="18" charset="0"/>
              </a:rPr>
              <a:t>and</a:t>
            </a:r>
            <a:r>
              <a:rPr lang="pt-BR" sz="800" i="1" dirty="0"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pt-BR" sz="800" i="1" dirty="0" err="1">
                <a:latin typeface="Arial" panose="020B0604020202020204" pitchFamily="34" charset="0"/>
                <a:ea typeface="Times New Roman" panose="02020603050405020304" pitchFamily="18" charset="0"/>
              </a:rPr>
              <a:t>courses</a:t>
            </a:r>
            <a:r>
              <a:rPr lang="pt-BR" sz="800" i="1" dirty="0">
                <a:latin typeface="Arial" panose="020B0604020202020204" pitchFamily="34" charset="0"/>
                <a:ea typeface="Times New Roman" panose="02020603050405020304" pitchFamily="18" charset="0"/>
              </a:rPr>
              <a:t>.</a:t>
            </a:r>
            <a:endParaRPr lang="en-GB" dirty="0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F880C492-1666-CAB2-C731-A4DC0AB5E4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96522" y="6012891"/>
            <a:ext cx="1243285" cy="4380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5343128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33" grpId="0" animBg="1"/>
      <p:bldP spid="34" grpId="0" animBg="1"/>
      <p:bldP spid="39" grpId="0" animBg="1"/>
      <p:bldP spid="41" grpId="0" animBg="1"/>
      <p:bldP spid="43" grpId="0" animBg="1"/>
      <p:bldP spid="44" grpId="0" animBg="1"/>
      <p:bldP spid="4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>
            <a:extLst>
              <a:ext uri="{FF2B5EF4-FFF2-40B4-BE49-F238E27FC236}">
                <a16:creationId xmlns:a16="http://schemas.microsoft.com/office/drawing/2014/main" id="{4CF1A87A-824C-469F-AD29-BF1A98202F4A}"/>
              </a:ext>
            </a:extLst>
          </p:cNvPr>
          <p:cNvSpPr/>
          <p:nvPr/>
        </p:nvSpPr>
        <p:spPr>
          <a:xfrm>
            <a:off x="332510" y="775860"/>
            <a:ext cx="6232120" cy="3678030"/>
          </a:xfrm>
          <a:prstGeom prst="rect">
            <a:avLst/>
          </a:prstGeom>
          <a:noFill/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9" name="Conector reto 18">
            <a:extLst>
              <a:ext uri="{FF2B5EF4-FFF2-40B4-BE49-F238E27FC236}">
                <a16:creationId xmlns:a16="http://schemas.microsoft.com/office/drawing/2014/main" id="{8D63C3DE-C486-47CB-9CEC-951AF0382BC7}"/>
              </a:ext>
            </a:extLst>
          </p:cNvPr>
          <p:cNvCxnSpPr>
            <a:cxnSpLocks/>
          </p:cNvCxnSpPr>
          <p:nvPr/>
        </p:nvCxnSpPr>
        <p:spPr>
          <a:xfrm>
            <a:off x="332510" y="1964705"/>
            <a:ext cx="6232120" cy="135012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63429CE-1628-462E-B947-B4166ABFE6C7}"/>
              </a:ext>
            </a:extLst>
          </p:cNvPr>
          <p:cNvCxnSpPr>
            <a:cxnSpLocks/>
          </p:cNvCxnSpPr>
          <p:nvPr/>
        </p:nvCxnSpPr>
        <p:spPr>
          <a:xfrm>
            <a:off x="1379903" y="666322"/>
            <a:ext cx="1979247" cy="0"/>
          </a:xfrm>
          <a:prstGeom prst="straightConnector1">
            <a:avLst/>
          </a:prstGeom>
          <a:ln w="127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D5AFB65D-DD00-449F-806D-CC5A29FEAED3}"/>
              </a:ext>
            </a:extLst>
          </p:cNvPr>
          <p:cNvSpPr txBox="1"/>
          <p:nvPr/>
        </p:nvSpPr>
        <p:spPr>
          <a:xfrm>
            <a:off x="2185254" y="213130"/>
            <a:ext cx="3584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x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4B2A5B5-13EC-4673-BF32-5794007D57F0}"/>
              </a:ext>
            </a:extLst>
          </p:cNvPr>
          <p:cNvCxnSpPr>
            <a:cxnSpLocks/>
          </p:cNvCxnSpPr>
          <p:nvPr/>
        </p:nvCxnSpPr>
        <p:spPr>
          <a:xfrm>
            <a:off x="1150620" y="775860"/>
            <a:ext cx="644062" cy="1483946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B1C3032-3900-47BF-8DB7-0114C206D760}"/>
              </a:ext>
            </a:extLst>
          </p:cNvPr>
          <p:cNvCxnSpPr>
            <a:cxnSpLocks/>
            <a:endCxn id="3" idx="0"/>
          </p:cNvCxnSpPr>
          <p:nvPr/>
        </p:nvCxnSpPr>
        <p:spPr>
          <a:xfrm flipV="1">
            <a:off x="1814696" y="775860"/>
            <a:ext cx="1633874" cy="1483216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205F8CF-AD7B-4F85-923D-2D4193098F26}"/>
              </a:ext>
            </a:extLst>
          </p:cNvPr>
          <p:cNvCxnSpPr>
            <a:cxnSpLocks/>
          </p:cNvCxnSpPr>
          <p:nvPr/>
        </p:nvCxnSpPr>
        <p:spPr>
          <a:xfrm flipH="1">
            <a:off x="332510" y="3354335"/>
            <a:ext cx="6232120" cy="56397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71D8FFD-D549-407E-8876-8EBD634470A8}"/>
              </a:ext>
            </a:extLst>
          </p:cNvPr>
          <p:cNvCxnSpPr>
            <a:cxnSpLocks/>
          </p:cNvCxnSpPr>
          <p:nvPr/>
        </p:nvCxnSpPr>
        <p:spPr>
          <a:xfrm flipH="1">
            <a:off x="1800927" y="1827213"/>
            <a:ext cx="92961" cy="437847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57D50677-2DA7-4D72-92AE-0FD8B4C9C6F9}"/>
              </a:ext>
            </a:extLst>
          </p:cNvPr>
          <p:cNvCxnSpPr>
            <a:cxnSpLocks/>
          </p:cNvCxnSpPr>
          <p:nvPr/>
        </p:nvCxnSpPr>
        <p:spPr>
          <a:xfrm flipH="1">
            <a:off x="879255" y="781667"/>
            <a:ext cx="271365" cy="1286035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84B1D643-56BF-4C04-AAF4-CB81BFFE8C74}"/>
              </a:ext>
            </a:extLst>
          </p:cNvPr>
          <p:cNvCxnSpPr>
            <a:cxnSpLocks/>
          </p:cNvCxnSpPr>
          <p:nvPr/>
        </p:nvCxnSpPr>
        <p:spPr>
          <a:xfrm flipH="1">
            <a:off x="604340" y="2099103"/>
            <a:ext cx="266955" cy="1239406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9A3B4BF1-0487-454C-B5F7-29DCE05A36EC}"/>
              </a:ext>
            </a:extLst>
          </p:cNvPr>
          <p:cNvCxnSpPr>
            <a:cxnSpLocks/>
          </p:cNvCxnSpPr>
          <p:nvPr/>
        </p:nvCxnSpPr>
        <p:spPr>
          <a:xfrm flipV="1">
            <a:off x="631825" y="2283490"/>
            <a:ext cx="1145701" cy="1070845"/>
          </a:xfrm>
          <a:prstGeom prst="straightConnector1">
            <a:avLst/>
          </a:prstGeom>
          <a:ln w="12700"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5859A809-866E-4421-A322-34A0DA165EB7}"/>
                  </a:ext>
                </a:extLst>
              </p:cNvPr>
              <p:cNvSpPr txBox="1"/>
              <p:nvPr/>
            </p:nvSpPr>
            <p:spPr>
              <a:xfrm>
                <a:off x="1599116" y="1505852"/>
                <a:ext cx="195566" cy="276999"/>
              </a:xfrm>
              <a:prstGeom prst="rect">
                <a:avLst/>
              </a:prstGeom>
            </p:spPr>
            <p:style>
              <a:lnRef idx="2">
                <a:schemeClr val="accent4"/>
              </a:lnRef>
              <a:fillRef idx="1">
                <a:schemeClr val="lt1"/>
              </a:fillRef>
              <a:effectRef idx="0">
                <a:schemeClr val="accent4"/>
              </a:effectRef>
              <a:fontRef idx="minor">
                <a:schemeClr val="dk1"/>
              </a:fontRef>
            </p:style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</m:oMath>
                  </m:oMathPara>
                </a14:m>
                <a:endParaRPr lang="en-GB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5859A809-866E-4421-A322-34A0DA165E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9116" y="1505852"/>
                <a:ext cx="195566" cy="276999"/>
              </a:xfrm>
              <a:prstGeom prst="rect">
                <a:avLst/>
              </a:prstGeom>
              <a:blipFill>
                <a:blip r:embed="rId3"/>
                <a:stretch>
                  <a:fillRect l="-14706" r="-1470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TextBox 37">
            <a:extLst>
              <a:ext uri="{FF2B5EF4-FFF2-40B4-BE49-F238E27FC236}">
                <a16:creationId xmlns:a16="http://schemas.microsoft.com/office/drawing/2014/main" id="{643F2BF4-D4B4-422A-B440-3D58F4F0463C}"/>
              </a:ext>
            </a:extLst>
          </p:cNvPr>
          <p:cNvSpPr txBox="1"/>
          <p:nvPr/>
        </p:nvSpPr>
        <p:spPr>
          <a:xfrm>
            <a:off x="2196678" y="1505852"/>
            <a:ext cx="176778" cy="276999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lIns="0" tIns="0" rIns="0" bIns="0" rtlCol="0">
            <a:spAutoFit/>
          </a:bodyPr>
          <a:lstStyle/>
          <a:p>
            <a:r>
              <a:rPr lang="en-GB" b="1" i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b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AC2553E9-EBEA-4225-BB1B-BBA719014EA1}"/>
                  </a:ext>
                </a:extLst>
              </p:cNvPr>
              <p:cNvSpPr txBox="1"/>
              <p:nvPr/>
            </p:nvSpPr>
            <p:spPr>
              <a:xfrm>
                <a:off x="1277085" y="2736547"/>
                <a:ext cx="195566" cy="276999"/>
              </a:xfrm>
              <a:prstGeom prst="rect">
                <a:avLst/>
              </a:prstGeom>
            </p:spPr>
            <p:style>
              <a:lnRef idx="2">
                <a:schemeClr val="accent4"/>
              </a:lnRef>
              <a:fillRef idx="1">
                <a:schemeClr val="lt1"/>
              </a:fillRef>
              <a:effectRef idx="0">
                <a:schemeClr val="accent4"/>
              </a:effectRef>
              <a:fontRef idx="minor">
                <a:schemeClr val="dk1"/>
              </a:fontRef>
            </p:style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</m:oMath>
                  </m:oMathPara>
                </a14:m>
                <a:endParaRPr lang="en-GB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AC2553E9-EBEA-4225-BB1B-BBA719014E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7085" y="2736547"/>
                <a:ext cx="195566" cy="276999"/>
              </a:xfrm>
              <a:prstGeom prst="rect">
                <a:avLst/>
              </a:prstGeom>
              <a:blipFill>
                <a:blip r:embed="rId4"/>
                <a:stretch>
                  <a:fillRect l="-14286" r="-1142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6CFB72E4-23E3-4351-967C-F69B30FBC2EC}"/>
              </a:ext>
            </a:extLst>
          </p:cNvPr>
          <p:cNvCxnSpPr>
            <a:cxnSpLocks/>
          </p:cNvCxnSpPr>
          <p:nvPr/>
        </p:nvCxnSpPr>
        <p:spPr>
          <a:xfrm flipH="1">
            <a:off x="712210" y="818499"/>
            <a:ext cx="261813" cy="1225835"/>
          </a:xfrm>
          <a:prstGeom prst="straightConnector1">
            <a:avLst/>
          </a:prstGeom>
          <a:ln w="12700">
            <a:headEnd type="triangl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45AD5CD5-0227-4D46-840D-D82EBCBC64F7}"/>
              </a:ext>
            </a:extLst>
          </p:cNvPr>
          <p:cNvSpPr txBox="1"/>
          <p:nvPr/>
        </p:nvSpPr>
        <p:spPr>
          <a:xfrm rot="714415">
            <a:off x="728822" y="1231783"/>
            <a:ext cx="207424" cy="276999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lIns="0" tIns="0" rIns="0" bIns="0" rtlCol="0">
            <a:spAutoFit/>
          </a:bodyPr>
          <a:lstStyle/>
          <a:p>
            <a:r>
              <a:rPr lang="en-GB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GB" b="1" i="1" dirty="0">
                <a:latin typeface="Cambria Math" panose="02040503050406030204" pitchFamily="18" charset="0"/>
                <a:ea typeface="Cambria Math" panose="02040503050406030204" pitchFamily="18" charset="0"/>
              </a:rPr>
              <a:t>z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2ED546A4-236D-4380-9578-24DEC7E77233}"/>
              </a:ext>
            </a:extLst>
          </p:cNvPr>
          <p:cNvCxnSpPr>
            <a:cxnSpLocks/>
          </p:cNvCxnSpPr>
          <p:nvPr/>
        </p:nvCxnSpPr>
        <p:spPr>
          <a:xfrm flipH="1">
            <a:off x="426222" y="2104034"/>
            <a:ext cx="261813" cy="1225835"/>
          </a:xfrm>
          <a:prstGeom prst="straightConnector1">
            <a:avLst/>
          </a:prstGeom>
          <a:ln w="12700">
            <a:headEnd type="triangl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911717AC-F947-4199-8ED8-77BB7802F081}"/>
              </a:ext>
            </a:extLst>
          </p:cNvPr>
          <p:cNvSpPr txBox="1"/>
          <p:nvPr/>
        </p:nvSpPr>
        <p:spPr>
          <a:xfrm rot="714415">
            <a:off x="452114" y="2543982"/>
            <a:ext cx="207424" cy="276999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lIns="0" tIns="0" rIns="0" bIns="0" rtlCol="0">
            <a:spAutoFit/>
          </a:bodyPr>
          <a:lstStyle/>
          <a:p>
            <a:r>
              <a:rPr lang="en-GB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GB" b="1" i="1" dirty="0">
                <a:latin typeface="Cambria Math" panose="02040503050406030204" pitchFamily="18" charset="0"/>
                <a:ea typeface="Cambria Math" panose="02040503050406030204" pitchFamily="18" charset="0"/>
              </a:rPr>
              <a:t>z</a:t>
            </a:r>
          </a:p>
        </p:txBody>
      </p:sp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72A499C9-7FDC-47F9-A0D3-E0679F51A9FE}"/>
              </a:ext>
            </a:extLst>
          </p:cNvPr>
          <p:cNvSpPr/>
          <p:nvPr/>
        </p:nvSpPr>
        <p:spPr>
          <a:xfrm>
            <a:off x="1093788" y="784783"/>
            <a:ext cx="286041" cy="282017"/>
          </a:xfrm>
          <a:custGeom>
            <a:avLst/>
            <a:gdLst>
              <a:gd name="connsiteX0" fmla="*/ 0 w 286041"/>
              <a:gd name="connsiteY0" fmla="*/ 272492 h 282017"/>
              <a:gd name="connsiteX1" fmla="*/ 9525 w 286041"/>
              <a:gd name="connsiteY1" fmla="*/ 277255 h 282017"/>
              <a:gd name="connsiteX2" fmla="*/ 39687 w 286041"/>
              <a:gd name="connsiteY2" fmla="*/ 282017 h 282017"/>
              <a:gd name="connsiteX3" fmla="*/ 133350 w 286041"/>
              <a:gd name="connsiteY3" fmla="*/ 280430 h 282017"/>
              <a:gd name="connsiteX4" fmla="*/ 139700 w 286041"/>
              <a:gd name="connsiteY4" fmla="*/ 275667 h 282017"/>
              <a:gd name="connsiteX5" fmla="*/ 150812 w 286041"/>
              <a:gd name="connsiteY5" fmla="*/ 272492 h 282017"/>
              <a:gd name="connsiteX6" fmla="*/ 158750 w 286041"/>
              <a:gd name="connsiteY6" fmla="*/ 270905 h 282017"/>
              <a:gd name="connsiteX7" fmla="*/ 168275 w 286041"/>
              <a:gd name="connsiteY7" fmla="*/ 267730 h 282017"/>
              <a:gd name="connsiteX8" fmla="*/ 176212 w 286041"/>
              <a:gd name="connsiteY8" fmla="*/ 266142 h 282017"/>
              <a:gd name="connsiteX9" fmla="*/ 192087 w 286041"/>
              <a:gd name="connsiteY9" fmla="*/ 262967 h 282017"/>
              <a:gd name="connsiteX10" fmla="*/ 196850 w 286041"/>
              <a:gd name="connsiteY10" fmla="*/ 258205 h 282017"/>
              <a:gd name="connsiteX11" fmla="*/ 203200 w 286041"/>
              <a:gd name="connsiteY11" fmla="*/ 255030 h 282017"/>
              <a:gd name="connsiteX12" fmla="*/ 211137 w 286041"/>
              <a:gd name="connsiteY12" fmla="*/ 250267 h 282017"/>
              <a:gd name="connsiteX13" fmla="*/ 227012 w 286041"/>
              <a:gd name="connsiteY13" fmla="*/ 237567 h 282017"/>
              <a:gd name="connsiteX14" fmla="*/ 233362 w 286041"/>
              <a:gd name="connsiteY14" fmla="*/ 231217 h 282017"/>
              <a:gd name="connsiteX15" fmla="*/ 238125 w 286041"/>
              <a:gd name="connsiteY15" fmla="*/ 223280 h 282017"/>
              <a:gd name="connsiteX16" fmla="*/ 246062 w 286041"/>
              <a:gd name="connsiteY16" fmla="*/ 205817 h 282017"/>
              <a:gd name="connsiteX17" fmla="*/ 247650 w 286041"/>
              <a:gd name="connsiteY17" fmla="*/ 199467 h 282017"/>
              <a:gd name="connsiteX18" fmla="*/ 254000 w 286041"/>
              <a:gd name="connsiteY18" fmla="*/ 194705 h 282017"/>
              <a:gd name="connsiteX19" fmla="*/ 255587 w 286041"/>
              <a:gd name="connsiteY19" fmla="*/ 185180 h 282017"/>
              <a:gd name="connsiteX20" fmla="*/ 263525 w 286041"/>
              <a:gd name="connsiteY20" fmla="*/ 164542 h 282017"/>
              <a:gd name="connsiteX21" fmla="*/ 265112 w 286041"/>
              <a:gd name="connsiteY21" fmla="*/ 153430 h 282017"/>
              <a:gd name="connsiteX22" fmla="*/ 266700 w 286041"/>
              <a:gd name="connsiteY22" fmla="*/ 148667 h 282017"/>
              <a:gd name="connsiteX23" fmla="*/ 268287 w 286041"/>
              <a:gd name="connsiteY23" fmla="*/ 139142 h 282017"/>
              <a:gd name="connsiteX24" fmla="*/ 271462 w 286041"/>
              <a:gd name="connsiteY24" fmla="*/ 132792 h 282017"/>
              <a:gd name="connsiteX25" fmla="*/ 274637 w 286041"/>
              <a:gd name="connsiteY25" fmla="*/ 121680 h 282017"/>
              <a:gd name="connsiteX26" fmla="*/ 277812 w 286041"/>
              <a:gd name="connsiteY26" fmla="*/ 101042 h 282017"/>
              <a:gd name="connsiteX27" fmla="*/ 279400 w 286041"/>
              <a:gd name="connsiteY27" fmla="*/ 94692 h 282017"/>
              <a:gd name="connsiteX28" fmla="*/ 280987 w 286041"/>
              <a:gd name="connsiteY28" fmla="*/ 81992 h 282017"/>
              <a:gd name="connsiteX29" fmla="*/ 285750 w 286041"/>
              <a:gd name="connsiteY29" fmla="*/ 64530 h 282017"/>
              <a:gd name="connsiteX30" fmla="*/ 284162 w 286041"/>
              <a:gd name="connsiteY30" fmla="*/ 21667 h 282017"/>
              <a:gd name="connsiteX31" fmla="*/ 279400 w 286041"/>
              <a:gd name="connsiteY31" fmla="*/ 2617 h 2820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286041" h="282017">
                <a:moveTo>
                  <a:pt x="0" y="272492"/>
                </a:moveTo>
                <a:cubicBezTo>
                  <a:pt x="3175" y="274080"/>
                  <a:pt x="6248" y="275890"/>
                  <a:pt x="9525" y="277255"/>
                </a:cubicBezTo>
                <a:cubicBezTo>
                  <a:pt x="21653" y="282309"/>
                  <a:pt x="23840" y="280798"/>
                  <a:pt x="39687" y="282017"/>
                </a:cubicBezTo>
                <a:cubicBezTo>
                  <a:pt x="70908" y="281488"/>
                  <a:pt x="102187" y="282409"/>
                  <a:pt x="133350" y="280430"/>
                </a:cubicBezTo>
                <a:cubicBezTo>
                  <a:pt x="135991" y="280262"/>
                  <a:pt x="137291" y="276762"/>
                  <a:pt x="139700" y="275667"/>
                </a:cubicBezTo>
                <a:cubicBezTo>
                  <a:pt x="143207" y="274073"/>
                  <a:pt x="147075" y="273426"/>
                  <a:pt x="150812" y="272492"/>
                </a:cubicBezTo>
                <a:cubicBezTo>
                  <a:pt x="153430" y="271838"/>
                  <a:pt x="156147" y="271615"/>
                  <a:pt x="158750" y="270905"/>
                </a:cubicBezTo>
                <a:cubicBezTo>
                  <a:pt x="161979" y="270025"/>
                  <a:pt x="165046" y="268611"/>
                  <a:pt x="168275" y="267730"/>
                </a:cubicBezTo>
                <a:cubicBezTo>
                  <a:pt x="170878" y="267020"/>
                  <a:pt x="173578" y="266727"/>
                  <a:pt x="176212" y="266142"/>
                </a:cubicBezTo>
                <a:cubicBezTo>
                  <a:pt x="190410" y="262987"/>
                  <a:pt x="173438" y="266076"/>
                  <a:pt x="192087" y="262967"/>
                </a:cubicBezTo>
                <a:cubicBezTo>
                  <a:pt x="193675" y="261380"/>
                  <a:pt x="195023" y="259510"/>
                  <a:pt x="196850" y="258205"/>
                </a:cubicBezTo>
                <a:cubicBezTo>
                  <a:pt x="198776" y="256830"/>
                  <a:pt x="201131" y="256179"/>
                  <a:pt x="203200" y="255030"/>
                </a:cubicBezTo>
                <a:cubicBezTo>
                  <a:pt x="205897" y="253531"/>
                  <a:pt x="208570" y="251979"/>
                  <a:pt x="211137" y="250267"/>
                </a:cubicBezTo>
                <a:cubicBezTo>
                  <a:pt x="215236" y="247534"/>
                  <a:pt x="224136" y="240155"/>
                  <a:pt x="227012" y="237567"/>
                </a:cubicBezTo>
                <a:cubicBezTo>
                  <a:pt x="229237" y="235564"/>
                  <a:pt x="231524" y="233580"/>
                  <a:pt x="233362" y="231217"/>
                </a:cubicBezTo>
                <a:cubicBezTo>
                  <a:pt x="235256" y="228782"/>
                  <a:pt x="236626" y="225977"/>
                  <a:pt x="238125" y="223280"/>
                </a:cubicBezTo>
                <a:cubicBezTo>
                  <a:pt x="240589" y="218846"/>
                  <a:pt x="244649" y="209704"/>
                  <a:pt x="246062" y="205817"/>
                </a:cubicBezTo>
                <a:cubicBezTo>
                  <a:pt x="246808" y="203767"/>
                  <a:pt x="246382" y="201242"/>
                  <a:pt x="247650" y="199467"/>
                </a:cubicBezTo>
                <a:cubicBezTo>
                  <a:pt x="249188" y="197314"/>
                  <a:pt x="251883" y="196292"/>
                  <a:pt x="254000" y="194705"/>
                </a:cubicBezTo>
                <a:cubicBezTo>
                  <a:pt x="254529" y="191530"/>
                  <a:pt x="254618" y="188249"/>
                  <a:pt x="255587" y="185180"/>
                </a:cubicBezTo>
                <a:cubicBezTo>
                  <a:pt x="257807" y="178151"/>
                  <a:pt x="263525" y="164542"/>
                  <a:pt x="263525" y="164542"/>
                </a:cubicBezTo>
                <a:cubicBezTo>
                  <a:pt x="264054" y="160838"/>
                  <a:pt x="264378" y="157099"/>
                  <a:pt x="265112" y="153430"/>
                </a:cubicBezTo>
                <a:cubicBezTo>
                  <a:pt x="265440" y="151789"/>
                  <a:pt x="266337" y="150301"/>
                  <a:pt x="266700" y="148667"/>
                </a:cubicBezTo>
                <a:cubicBezTo>
                  <a:pt x="267398" y="145525"/>
                  <a:pt x="267362" y="142225"/>
                  <a:pt x="268287" y="139142"/>
                </a:cubicBezTo>
                <a:cubicBezTo>
                  <a:pt x="268967" y="136875"/>
                  <a:pt x="270653" y="135016"/>
                  <a:pt x="271462" y="132792"/>
                </a:cubicBezTo>
                <a:cubicBezTo>
                  <a:pt x="272779" y="129172"/>
                  <a:pt x="273703" y="125417"/>
                  <a:pt x="274637" y="121680"/>
                </a:cubicBezTo>
                <a:cubicBezTo>
                  <a:pt x="277067" y="111959"/>
                  <a:pt x="275882" y="112624"/>
                  <a:pt x="277812" y="101042"/>
                </a:cubicBezTo>
                <a:cubicBezTo>
                  <a:pt x="278171" y="98890"/>
                  <a:pt x="278871" y="96809"/>
                  <a:pt x="279400" y="94692"/>
                </a:cubicBezTo>
                <a:cubicBezTo>
                  <a:pt x="279929" y="90459"/>
                  <a:pt x="280108" y="86167"/>
                  <a:pt x="280987" y="81992"/>
                </a:cubicBezTo>
                <a:cubicBezTo>
                  <a:pt x="282230" y="76088"/>
                  <a:pt x="285433" y="70555"/>
                  <a:pt x="285750" y="64530"/>
                </a:cubicBezTo>
                <a:cubicBezTo>
                  <a:pt x="286501" y="50252"/>
                  <a:pt x="285741" y="35877"/>
                  <a:pt x="284162" y="21667"/>
                </a:cubicBezTo>
                <a:cubicBezTo>
                  <a:pt x="278898" y="-25709"/>
                  <a:pt x="279400" y="22389"/>
                  <a:pt x="279400" y="2617"/>
                </a:cubicBezTo>
              </a:path>
            </a:pathLst>
          </a:cu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6724CC4D-201C-4E7E-930E-1BB3CF927631}"/>
              </a:ext>
            </a:extLst>
          </p:cNvPr>
          <p:cNvSpPr/>
          <p:nvPr/>
        </p:nvSpPr>
        <p:spPr>
          <a:xfrm>
            <a:off x="5762625" y="3165475"/>
            <a:ext cx="34925" cy="177800"/>
          </a:xfrm>
          <a:custGeom>
            <a:avLst/>
            <a:gdLst>
              <a:gd name="connsiteX0" fmla="*/ 34925 w 34925"/>
              <a:gd name="connsiteY0" fmla="*/ 0 h 177800"/>
              <a:gd name="connsiteX1" fmla="*/ 15875 w 34925"/>
              <a:gd name="connsiteY1" fmla="*/ 38100 h 177800"/>
              <a:gd name="connsiteX2" fmla="*/ 9525 w 34925"/>
              <a:gd name="connsiteY2" fmla="*/ 47625 h 177800"/>
              <a:gd name="connsiteX3" fmla="*/ 0 w 34925"/>
              <a:gd name="connsiteY3" fmla="*/ 73025 h 177800"/>
              <a:gd name="connsiteX4" fmla="*/ 6350 w 34925"/>
              <a:gd name="connsiteY4" fmla="*/ 146050 h 177800"/>
              <a:gd name="connsiteX5" fmla="*/ 12700 w 34925"/>
              <a:gd name="connsiteY5" fmla="*/ 155575 h 177800"/>
              <a:gd name="connsiteX6" fmla="*/ 22225 w 34925"/>
              <a:gd name="connsiteY6" fmla="*/ 168275 h 177800"/>
              <a:gd name="connsiteX7" fmla="*/ 22225 w 34925"/>
              <a:gd name="connsiteY7" fmla="*/ 177800 h 177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925" h="177800">
                <a:moveTo>
                  <a:pt x="34925" y="0"/>
                </a:moveTo>
                <a:cubicBezTo>
                  <a:pt x="12099" y="38043"/>
                  <a:pt x="39787" y="-9724"/>
                  <a:pt x="15875" y="38100"/>
                </a:cubicBezTo>
                <a:cubicBezTo>
                  <a:pt x="14168" y="41513"/>
                  <a:pt x="11232" y="44212"/>
                  <a:pt x="9525" y="47625"/>
                </a:cubicBezTo>
                <a:cubicBezTo>
                  <a:pt x="5729" y="55218"/>
                  <a:pt x="2748" y="64781"/>
                  <a:pt x="0" y="73025"/>
                </a:cubicBezTo>
                <a:cubicBezTo>
                  <a:pt x="2117" y="97367"/>
                  <a:pt x="2635" y="121901"/>
                  <a:pt x="6350" y="146050"/>
                </a:cubicBezTo>
                <a:cubicBezTo>
                  <a:pt x="6930" y="149822"/>
                  <a:pt x="10482" y="152470"/>
                  <a:pt x="12700" y="155575"/>
                </a:cubicBezTo>
                <a:cubicBezTo>
                  <a:pt x="15776" y="159881"/>
                  <a:pt x="20141" y="163411"/>
                  <a:pt x="22225" y="168275"/>
                </a:cubicBezTo>
                <a:cubicBezTo>
                  <a:pt x="23476" y="171193"/>
                  <a:pt x="22225" y="174625"/>
                  <a:pt x="22225" y="177800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52243D92-F02A-40C4-8F78-84BA238646F4}"/>
                  </a:ext>
                </a:extLst>
              </p:cNvPr>
              <p:cNvSpPr txBox="1"/>
              <p:nvPr/>
            </p:nvSpPr>
            <p:spPr>
              <a:xfrm>
                <a:off x="1393707" y="817008"/>
                <a:ext cx="498150" cy="36920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400" b="1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400" b="1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𝝅</m:t>
                          </m:r>
                        </m:num>
                        <m:den>
                          <m:r>
                            <a:rPr lang="en-GB" sz="1400" b="1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  <m:r>
                        <a:rPr lang="en-GB" sz="1400" b="1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pt-BR" sz="1400" b="1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𝜶</m:t>
                      </m:r>
                    </m:oMath>
                  </m:oMathPara>
                </a14:m>
                <a:endParaRPr lang="en-GB" sz="1400" b="1" i="1" dirty="0">
                  <a:solidFill>
                    <a:schemeClr val="accent2">
                      <a:lumMod val="75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52243D92-F02A-40C4-8F78-84BA238646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3707" y="817008"/>
                <a:ext cx="498150" cy="369204"/>
              </a:xfrm>
              <a:prstGeom prst="rect">
                <a:avLst/>
              </a:prstGeom>
              <a:blipFill>
                <a:blip r:embed="rId5"/>
                <a:stretch>
                  <a:fillRect l="-5000" t="-3333" r="-5000" b="-1333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A090EAE9-E37A-4D6A-929A-1B2F22A7BB9C}"/>
              </a:ext>
            </a:extLst>
          </p:cNvPr>
          <p:cNvCxnSpPr>
            <a:cxnSpLocks/>
          </p:cNvCxnSpPr>
          <p:nvPr/>
        </p:nvCxnSpPr>
        <p:spPr>
          <a:xfrm>
            <a:off x="1155906" y="799608"/>
            <a:ext cx="21299" cy="940144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C331D4DE-80D2-4414-BCE2-E7F6F8A2C931}"/>
                  </a:ext>
                </a:extLst>
              </p:cNvPr>
              <p:cNvSpPr txBox="1"/>
              <p:nvPr/>
            </p:nvSpPr>
            <p:spPr>
              <a:xfrm>
                <a:off x="5457178" y="3105534"/>
                <a:ext cx="20839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1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𝜶</m:t>
                      </m:r>
                    </m:oMath>
                  </m:oMathPara>
                </a14:m>
                <a:endParaRPr lang="en-GB" b="1" i="1" dirty="0">
                  <a:solidFill>
                    <a:schemeClr val="accent2">
                      <a:lumMod val="75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C331D4DE-80D2-4414-BCE2-E7F6F8A2C9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57178" y="3105534"/>
                <a:ext cx="208390" cy="276999"/>
              </a:xfrm>
              <a:prstGeom prst="rect">
                <a:avLst/>
              </a:prstGeom>
              <a:blipFill>
                <a:blip r:embed="rId6"/>
                <a:stretch>
                  <a:fillRect l="-11765" r="-1764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5" name="Freeform: Shape 54">
            <a:extLst>
              <a:ext uri="{FF2B5EF4-FFF2-40B4-BE49-F238E27FC236}">
                <a16:creationId xmlns:a16="http://schemas.microsoft.com/office/drawing/2014/main" id="{CD377B19-4B8D-4878-9BD2-ED07A1C775DA}"/>
              </a:ext>
            </a:extLst>
          </p:cNvPr>
          <p:cNvSpPr/>
          <p:nvPr/>
        </p:nvSpPr>
        <p:spPr>
          <a:xfrm rot="16200000">
            <a:off x="1065475" y="1450858"/>
            <a:ext cx="34925" cy="177800"/>
          </a:xfrm>
          <a:custGeom>
            <a:avLst/>
            <a:gdLst>
              <a:gd name="connsiteX0" fmla="*/ 34925 w 34925"/>
              <a:gd name="connsiteY0" fmla="*/ 0 h 177800"/>
              <a:gd name="connsiteX1" fmla="*/ 15875 w 34925"/>
              <a:gd name="connsiteY1" fmla="*/ 38100 h 177800"/>
              <a:gd name="connsiteX2" fmla="*/ 9525 w 34925"/>
              <a:gd name="connsiteY2" fmla="*/ 47625 h 177800"/>
              <a:gd name="connsiteX3" fmla="*/ 0 w 34925"/>
              <a:gd name="connsiteY3" fmla="*/ 73025 h 177800"/>
              <a:gd name="connsiteX4" fmla="*/ 6350 w 34925"/>
              <a:gd name="connsiteY4" fmla="*/ 146050 h 177800"/>
              <a:gd name="connsiteX5" fmla="*/ 12700 w 34925"/>
              <a:gd name="connsiteY5" fmla="*/ 155575 h 177800"/>
              <a:gd name="connsiteX6" fmla="*/ 22225 w 34925"/>
              <a:gd name="connsiteY6" fmla="*/ 168275 h 177800"/>
              <a:gd name="connsiteX7" fmla="*/ 22225 w 34925"/>
              <a:gd name="connsiteY7" fmla="*/ 177800 h 177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925" h="177800">
                <a:moveTo>
                  <a:pt x="34925" y="0"/>
                </a:moveTo>
                <a:cubicBezTo>
                  <a:pt x="12099" y="38043"/>
                  <a:pt x="39787" y="-9724"/>
                  <a:pt x="15875" y="38100"/>
                </a:cubicBezTo>
                <a:cubicBezTo>
                  <a:pt x="14168" y="41513"/>
                  <a:pt x="11232" y="44212"/>
                  <a:pt x="9525" y="47625"/>
                </a:cubicBezTo>
                <a:cubicBezTo>
                  <a:pt x="5729" y="55218"/>
                  <a:pt x="2748" y="64781"/>
                  <a:pt x="0" y="73025"/>
                </a:cubicBezTo>
                <a:cubicBezTo>
                  <a:pt x="2117" y="97367"/>
                  <a:pt x="2635" y="121901"/>
                  <a:pt x="6350" y="146050"/>
                </a:cubicBezTo>
                <a:cubicBezTo>
                  <a:pt x="6930" y="149822"/>
                  <a:pt x="10482" y="152470"/>
                  <a:pt x="12700" y="155575"/>
                </a:cubicBezTo>
                <a:cubicBezTo>
                  <a:pt x="15776" y="159881"/>
                  <a:pt x="20141" y="163411"/>
                  <a:pt x="22225" y="168275"/>
                </a:cubicBezTo>
                <a:cubicBezTo>
                  <a:pt x="23476" y="171193"/>
                  <a:pt x="22225" y="174625"/>
                  <a:pt x="22225" y="177800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F5665313-7003-429A-BAA0-94E679B0FE8F}"/>
                  </a:ext>
                </a:extLst>
              </p:cNvPr>
              <p:cNvSpPr txBox="1"/>
              <p:nvPr/>
            </p:nvSpPr>
            <p:spPr>
              <a:xfrm>
                <a:off x="839816" y="1542730"/>
                <a:ext cx="476862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pt-BR" b="1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α</m:t>
                      </m:r>
                    </m:oMath>
                  </m:oMathPara>
                </a14:m>
                <a:endParaRPr lang="pt-BR" b="1" i="1" dirty="0">
                  <a:solidFill>
                    <a:schemeClr val="accent2">
                      <a:lumMod val="75000"/>
                    </a:schemeClr>
                  </a:solidFill>
                </a:endParaRPr>
              </a:p>
              <a:p>
                <a:pPr/>
                <a:endParaRPr lang="en-GB" b="1" i="1" dirty="0">
                  <a:solidFill>
                    <a:schemeClr val="accent2">
                      <a:lumMod val="75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F5665313-7003-429A-BAA0-94E679B0FE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9816" y="1542730"/>
                <a:ext cx="476862" cy="55399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Isosceles Triangle 8">
            <a:extLst>
              <a:ext uri="{FF2B5EF4-FFF2-40B4-BE49-F238E27FC236}">
                <a16:creationId xmlns:a16="http://schemas.microsoft.com/office/drawing/2014/main" id="{E6683C62-2B50-418C-8BBF-DC4D7B2F8557}"/>
              </a:ext>
            </a:extLst>
          </p:cNvPr>
          <p:cNvSpPr/>
          <p:nvPr/>
        </p:nvSpPr>
        <p:spPr>
          <a:xfrm rot="10800000">
            <a:off x="3292801" y="535957"/>
            <a:ext cx="358487" cy="342900"/>
          </a:xfrm>
          <a:prstGeom prst="triangle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Star: 5 Points 9">
            <a:extLst>
              <a:ext uri="{FF2B5EF4-FFF2-40B4-BE49-F238E27FC236}">
                <a16:creationId xmlns:a16="http://schemas.microsoft.com/office/drawing/2014/main" id="{0AA4393D-6C54-4699-A782-47DF504C37DC}"/>
              </a:ext>
            </a:extLst>
          </p:cNvPr>
          <p:cNvSpPr/>
          <p:nvPr/>
        </p:nvSpPr>
        <p:spPr>
          <a:xfrm>
            <a:off x="976572" y="535957"/>
            <a:ext cx="358487" cy="342900"/>
          </a:xfrm>
          <a:prstGeom prst="star5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736DD642-6D05-E6E5-0C79-491E1535E701}"/>
                  </a:ext>
                </a:extLst>
              </p:cNvPr>
              <p:cNvSpPr txBox="1"/>
              <p:nvPr/>
            </p:nvSpPr>
            <p:spPr>
              <a:xfrm>
                <a:off x="7208692" y="736350"/>
                <a:ext cx="4356304" cy="74308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𝑟𝑒𝑓𝑙𝑒𝑥</m:t>
                          </m:r>
                          <m:r>
                            <a:rPr lang="en-GB" i="0">
                              <a:latin typeface="Cambria Math" panose="02040503050406030204" pitchFamily="18" charset="0"/>
                            </a:rPr>
                            <m:t>ã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r>
                        <a:rPr lang="en-GB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en-GB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en-GB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GB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GB" i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  <m: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GB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GB" i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GB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GB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GB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GB" i="0">
                                  <a:latin typeface="Cambria Math" panose="02040503050406030204" pitchFamily="18" charset="0"/>
                                </a:rPr>
                                <m:t>+4.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en-GB" i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i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𝑠𝑒𝑛</m:t>
                              </m:r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</m:rad>
                        </m:num>
                        <m:den>
                          <m:sSub>
                            <m:sSubPr>
                              <m:ctrlPr>
                                <a:rPr lang="en-GB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GB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736DD642-6D05-E6E5-0C79-491E1535E7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8692" y="736350"/>
                <a:ext cx="4356304" cy="74308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D75A1EAF-DB54-7584-1B80-D17D47397C91}"/>
              </a:ext>
            </a:extLst>
          </p:cNvPr>
          <p:cNvSpPr txBox="1"/>
          <p:nvPr/>
        </p:nvSpPr>
        <p:spPr>
          <a:xfrm>
            <a:off x="10365252" y="5181894"/>
            <a:ext cx="170582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800" i="1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These</a:t>
            </a:r>
            <a:r>
              <a:rPr lang="pt-BR" sz="800" i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slides</a:t>
            </a:r>
            <a:r>
              <a:rPr lang="pt-BR" sz="800" i="1" dirty="0"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pt-BR" sz="800" i="1" dirty="0" err="1">
                <a:latin typeface="Arial" panose="020B0604020202020204" pitchFamily="34" charset="0"/>
                <a:ea typeface="Times New Roman" panose="02020603050405020304" pitchFamily="18" charset="0"/>
              </a:rPr>
              <a:t>were</a:t>
            </a:r>
            <a:r>
              <a:rPr lang="pt-BR" sz="800" i="1" dirty="0"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pt-BR" sz="800" i="1" dirty="0" err="1">
                <a:latin typeface="Arial" panose="020B0604020202020204" pitchFamily="34" charset="0"/>
                <a:ea typeface="Times New Roman" panose="02020603050405020304" pitchFamily="18" charset="0"/>
              </a:rPr>
              <a:t>prepared</a:t>
            </a:r>
            <a:r>
              <a:rPr lang="pt-BR" sz="800" i="1" dirty="0"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pt-BR" sz="800" i="1" dirty="0" err="1">
                <a:latin typeface="Arial" panose="020B0604020202020204" pitchFamily="34" charset="0"/>
                <a:ea typeface="Times New Roman" panose="02020603050405020304" pitchFamily="18" charset="0"/>
              </a:rPr>
              <a:t>to</a:t>
            </a:r>
            <a:r>
              <a:rPr lang="pt-BR" sz="800" i="1" dirty="0"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pt-BR" sz="800" i="1" dirty="0" err="1">
                <a:latin typeface="Arial" panose="020B0604020202020204" pitchFamily="34" charset="0"/>
                <a:ea typeface="Times New Roman" panose="02020603050405020304" pitchFamily="18" charset="0"/>
              </a:rPr>
              <a:t>be</a:t>
            </a:r>
            <a:r>
              <a:rPr lang="pt-BR" sz="800" i="1" dirty="0"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pt-BR" sz="800" i="1" dirty="0" err="1">
                <a:latin typeface="Arial" panose="020B0604020202020204" pitchFamily="34" charset="0"/>
                <a:ea typeface="Times New Roman" panose="02020603050405020304" pitchFamily="18" charset="0"/>
              </a:rPr>
              <a:t>published</a:t>
            </a:r>
            <a:r>
              <a:rPr lang="pt-BR" sz="800" i="1" dirty="0">
                <a:latin typeface="Arial" panose="020B0604020202020204" pitchFamily="34" charset="0"/>
                <a:ea typeface="Times New Roman" panose="02020603050405020304" pitchFamily="18" charset="0"/>
              </a:rPr>
              <a:t> in </a:t>
            </a:r>
            <a:r>
              <a:rPr lang="pt-BR" sz="800" i="1" dirty="0" err="1">
                <a:latin typeface="Arial" panose="020B0604020202020204" pitchFamily="34" charset="0"/>
                <a:ea typeface="Times New Roman" panose="02020603050405020304" pitchFamily="18" charset="0"/>
              </a:rPr>
              <a:t>BrJG</a:t>
            </a:r>
            <a:r>
              <a:rPr lang="pt-BR" sz="800" i="1" dirty="0">
                <a:latin typeface="Arial" panose="020B0604020202020204" pitchFamily="34" charset="0"/>
                <a:ea typeface="Times New Roman" panose="02020603050405020304" pitchFamily="18" charset="0"/>
              </a:rPr>
              <a:t>, </a:t>
            </a:r>
            <a:r>
              <a:rPr lang="pt-BR" sz="800" i="1" dirty="0" err="1">
                <a:latin typeface="Arial" panose="020B0604020202020204" pitchFamily="34" charset="0"/>
                <a:ea typeface="Times New Roman" panose="02020603050405020304" pitchFamily="18" charset="0"/>
              </a:rPr>
              <a:t>Brazilian</a:t>
            </a:r>
            <a:r>
              <a:rPr lang="pt-BR" sz="800" i="1" dirty="0"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pt-BR" sz="800" i="1" dirty="0" err="1">
                <a:latin typeface="Arial" panose="020B0604020202020204" pitchFamily="34" charset="0"/>
                <a:ea typeface="Times New Roman" panose="02020603050405020304" pitchFamily="18" charset="0"/>
              </a:rPr>
              <a:t>Journal</a:t>
            </a:r>
            <a:r>
              <a:rPr lang="pt-BR" sz="800" i="1" dirty="0"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pt-BR" sz="800" i="1" dirty="0" err="1">
                <a:latin typeface="Arial" panose="020B0604020202020204" pitchFamily="34" charset="0"/>
                <a:ea typeface="Times New Roman" panose="02020603050405020304" pitchFamily="18" charset="0"/>
              </a:rPr>
              <a:t>of</a:t>
            </a:r>
            <a:r>
              <a:rPr lang="pt-BR" sz="800" i="1" dirty="0"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pt-BR" sz="800" i="1" dirty="0" err="1">
                <a:latin typeface="Arial" panose="020B0604020202020204" pitchFamily="34" charset="0"/>
                <a:ea typeface="Times New Roman" panose="02020603050405020304" pitchFamily="18" charset="0"/>
              </a:rPr>
              <a:t>Geophysics</a:t>
            </a:r>
            <a:r>
              <a:rPr lang="pt-BR" sz="800" i="1" dirty="0">
                <a:latin typeface="Arial" panose="020B0604020202020204" pitchFamily="34" charset="0"/>
                <a:ea typeface="Times New Roman" panose="02020603050405020304" pitchFamily="18" charset="0"/>
              </a:rPr>
              <a:t> in </a:t>
            </a:r>
            <a:r>
              <a:rPr lang="pt-BR" sz="800" i="1" dirty="0" err="1">
                <a:latin typeface="Arial" panose="020B0604020202020204" pitchFamily="34" charset="0"/>
                <a:ea typeface="Times New Roman" panose="02020603050405020304" pitchFamily="18" charset="0"/>
              </a:rPr>
              <a:t>September</a:t>
            </a:r>
            <a:r>
              <a:rPr lang="pt-BR" sz="800" i="1" dirty="0">
                <a:latin typeface="Arial" panose="020B0604020202020204" pitchFamily="34" charset="0"/>
                <a:ea typeface="Times New Roman" panose="02020603050405020304" pitchFamily="18" charset="0"/>
              </a:rPr>
              <a:t> 2026. They </a:t>
            </a:r>
            <a:r>
              <a:rPr lang="pt-BR" sz="800" i="1" dirty="0" err="1">
                <a:latin typeface="Arial" panose="020B0604020202020204" pitchFamily="34" charset="0"/>
                <a:ea typeface="Times New Roman" panose="02020603050405020304" pitchFamily="18" charset="0"/>
              </a:rPr>
              <a:t>can</a:t>
            </a:r>
            <a:r>
              <a:rPr lang="pt-BR" sz="800" i="1" dirty="0"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pt-BR" sz="800" i="1" dirty="0" err="1">
                <a:latin typeface="Arial" panose="020B0604020202020204" pitchFamily="34" charset="0"/>
                <a:ea typeface="Times New Roman" panose="02020603050405020304" pitchFamily="18" charset="0"/>
              </a:rPr>
              <a:t>be</a:t>
            </a:r>
            <a:r>
              <a:rPr lang="pt-BR" sz="800" i="1" dirty="0"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pt-BR" sz="800" i="1" dirty="0" err="1">
                <a:latin typeface="Arial" panose="020B0604020202020204" pitchFamily="34" charset="0"/>
                <a:ea typeface="Times New Roman" panose="02020603050405020304" pitchFamily="18" charset="0"/>
              </a:rPr>
              <a:t>widely</a:t>
            </a:r>
            <a:r>
              <a:rPr lang="pt-BR" sz="800" i="1" dirty="0"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pt-BR" sz="800" i="1" dirty="0" err="1">
                <a:latin typeface="Arial" panose="020B0604020202020204" pitchFamily="34" charset="0"/>
                <a:ea typeface="Times New Roman" panose="02020603050405020304" pitchFamily="18" charset="0"/>
              </a:rPr>
              <a:t>used</a:t>
            </a:r>
            <a:r>
              <a:rPr lang="pt-BR" sz="800" i="1" dirty="0">
                <a:latin typeface="Arial" panose="020B0604020202020204" pitchFamily="34" charset="0"/>
                <a:ea typeface="Times New Roman" panose="02020603050405020304" pitchFamily="18" charset="0"/>
              </a:rPr>
              <a:t> in </a:t>
            </a:r>
            <a:r>
              <a:rPr lang="pt-BR" sz="800" i="1" dirty="0" err="1">
                <a:latin typeface="Arial" panose="020B0604020202020204" pitchFamily="34" charset="0"/>
                <a:ea typeface="Times New Roman" panose="02020603050405020304" pitchFamily="18" charset="0"/>
              </a:rPr>
              <a:t>lectures</a:t>
            </a:r>
            <a:r>
              <a:rPr lang="pt-BR" sz="800" i="1" dirty="0"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pt-BR" sz="800" i="1" dirty="0" err="1">
                <a:latin typeface="Arial" panose="020B0604020202020204" pitchFamily="34" charset="0"/>
                <a:ea typeface="Times New Roman" panose="02020603050405020304" pitchFamily="18" charset="0"/>
              </a:rPr>
              <a:t>and</a:t>
            </a:r>
            <a:r>
              <a:rPr lang="pt-BR" sz="800" i="1" dirty="0"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pt-BR" sz="800" i="1" dirty="0" err="1">
                <a:latin typeface="Arial" panose="020B0604020202020204" pitchFamily="34" charset="0"/>
                <a:ea typeface="Times New Roman" panose="02020603050405020304" pitchFamily="18" charset="0"/>
              </a:rPr>
              <a:t>courses</a:t>
            </a:r>
            <a:r>
              <a:rPr lang="pt-BR" sz="800" i="1" dirty="0">
                <a:latin typeface="Arial" panose="020B0604020202020204" pitchFamily="34" charset="0"/>
                <a:ea typeface="Times New Roman" panose="02020603050405020304" pitchFamily="18" charset="0"/>
              </a:rPr>
              <a:t>.</a:t>
            </a:r>
            <a:endParaRPr lang="en-GB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478BA183-A4CB-A481-7DD9-4191148194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96522" y="6012891"/>
            <a:ext cx="1243285" cy="4380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2042820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  <p:bldP spid="38" grpId="0" animBg="1"/>
      <p:bldP spid="39" grpId="0" animBg="1"/>
      <p:bldP spid="41" grpId="0" animBg="1"/>
      <p:bldP spid="46" grpId="0" animBg="1"/>
      <p:bldP spid="47" grpId="0" animBg="1"/>
      <p:bldP spid="49" grpId="0"/>
      <p:bldP spid="55" grpId="0" animBg="1"/>
      <p:bldP spid="56" grpId="0"/>
      <p:bldP spid="3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>
            <a:extLst>
              <a:ext uri="{FF2B5EF4-FFF2-40B4-BE49-F238E27FC236}">
                <a16:creationId xmlns:a16="http://schemas.microsoft.com/office/drawing/2014/main" id="{4CF1A87A-824C-469F-AD29-BF1A98202F4A}"/>
              </a:ext>
            </a:extLst>
          </p:cNvPr>
          <p:cNvSpPr/>
          <p:nvPr/>
        </p:nvSpPr>
        <p:spPr>
          <a:xfrm>
            <a:off x="332510" y="775860"/>
            <a:ext cx="6232120" cy="3678030"/>
          </a:xfrm>
          <a:prstGeom prst="rect">
            <a:avLst/>
          </a:prstGeom>
          <a:noFill/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9" name="Conector reto 18">
            <a:extLst>
              <a:ext uri="{FF2B5EF4-FFF2-40B4-BE49-F238E27FC236}">
                <a16:creationId xmlns:a16="http://schemas.microsoft.com/office/drawing/2014/main" id="{8D63C3DE-C486-47CB-9CEC-951AF0382BC7}"/>
              </a:ext>
            </a:extLst>
          </p:cNvPr>
          <p:cNvCxnSpPr>
            <a:cxnSpLocks/>
          </p:cNvCxnSpPr>
          <p:nvPr/>
        </p:nvCxnSpPr>
        <p:spPr>
          <a:xfrm>
            <a:off x="332510" y="1356742"/>
            <a:ext cx="6232120" cy="716915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Isosceles Triangle 8">
            <a:extLst>
              <a:ext uri="{FF2B5EF4-FFF2-40B4-BE49-F238E27FC236}">
                <a16:creationId xmlns:a16="http://schemas.microsoft.com/office/drawing/2014/main" id="{E6683C62-2B50-418C-8BBF-DC4D7B2F8557}"/>
              </a:ext>
            </a:extLst>
          </p:cNvPr>
          <p:cNvSpPr/>
          <p:nvPr/>
        </p:nvSpPr>
        <p:spPr>
          <a:xfrm rot="10800000">
            <a:off x="5433925" y="535957"/>
            <a:ext cx="358487" cy="342900"/>
          </a:xfrm>
          <a:prstGeom prst="triangle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63429CE-1628-462E-B947-B4166ABFE6C7}"/>
              </a:ext>
            </a:extLst>
          </p:cNvPr>
          <p:cNvCxnSpPr>
            <a:cxnSpLocks/>
          </p:cNvCxnSpPr>
          <p:nvPr/>
        </p:nvCxnSpPr>
        <p:spPr>
          <a:xfrm>
            <a:off x="1379903" y="666322"/>
            <a:ext cx="4054022" cy="0"/>
          </a:xfrm>
          <a:prstGeom prst="straightConnector1">
            <a:avLst/>
          </a:prstGeom>
          <a:ln w="127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D5AFB65D-DD00-449F-806D-CC5A29FEAED3}"/>
              </a:ext>
            </a:extLst>
          </p:cNvPr>
          <p:cNvSpPr txBox="1"/>
          <p:nvPr/>
        </p:nvSpPr>
        <p:spPr>
          <a:xfrm>
            <a:off x="3117322" y="212898"/>
            <a:ext cx="3584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x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4B2A5B5-13EC-4673-BF32-5794007D57F0}"/>
              </a:ext>
            </a:extLst>
          </p:cNvPr>
          <p:cNvCxnSpPr>
            <a:cxnSpLocks/>
          </p:cNvCxnSpPr>
          <p:nvPr/>
        </p:nvCxnSpPr>
        <p:spPr>
          <a:xfrm>
            <a:off x="1150620" y="775860"/>
            <a:ext cx="635867" cy="733853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Star: 5 Points 9">
            <a:extLst>
              <a:ext uri="{FF2B5EF4-FFF2-40B4-BE49-F238E27FC236}">
                <a16:creationId xmlns:a16="http://schemas.microsoft.com/office/drawing/2014/main" id="{0AA4393D-6C54-4699-A782-47DF504C37DC}"/>
              </a:ext>
            </a:extLst>
          </p:cNvPr>
          <p:cNvSpPr/>
          <p:nvPr/>
        </p:nvSpPr>
        <p:spPr>
          <a:xfrm>
            <a:off x="976572" y="535957"/>
            <a:ext cx="358487" cy="342900"/>
          </a:xfrm>
          <a:prstGeom prst="star5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B1C3032-3900-47BF-8DB7-0114C206D760}"/>
              </a:ext>
            </a:extLst>
          </p:cNvPr>
          <p:cNvCxnSpPr>
            <a:cxnSpLocks/>
          </p:cNvCxnSpPr>
          <p:nvPr/>
        </p:nvCxnSpPr>
        <p:spPr>
          <a:xfrm flipV="1">
            <a:off x="1833187" y="760367"/>
            <a:ext cx="1059209" cy="749346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2655DC9-1FC6-485D-BB5F-B864118390E4}"/>
              </a:ext>
            </a:extLst>
          </p:cNvPr>
          <p:cNvCxnSpPr>
            <a:cxnSpLocks/>
          </p:cNvCxnSpPr>
          <p:nvPr/>
        </p:nvCxnSpPr>
        <p:spPr>
          <a:xfrm>
            <a:off x="2888688" y="785491"/>
            <a:ext cx="979601" cy="929708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A28DD8E6-0DDE-4BFC-8C70-99E9F50C72B4}"/>
              </a:ext>
            </a:extLst>
          </p:cNvPr>
          <p:cNvCxnSpPr>
            <a:cxnSpLocks/>
          </p:cNvCxnSpPr>
          <p:nvPr/>
        </p:nvCxnSpPr>
        <p:spPr>
          <a:xfrm flipV="1">
            <a:off x="3898149" y="846278"/>
            <a:ext cx="1669445" cy="881706"/>
          </a:xfrm>
          <a:prstGeom prst="straightConnector1">
            <a:avLst/>
          </a:prstGeom>
          <a:ln w="12700"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4D4EE49-9B78-4130-ABAB-E8CEE94B2068}"/>
              </a:ext>
            </a:extLst>
          </p:cNvPr>
          <p:cNvCxnSpPr>
            <a:cxnSpLocks/>
          </p:cNvCxnSpPr>
          <p:nvPr/>
        </p:nvCxnSpPr>
        <p:spPr>
          <a:xfrm flipH="1">
            <a:off x="332510" y="2094806"/>
            <a:ext cx="6232120" cy="56397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C90E8CC-BD15-4053-B0D5-A1ABD173E15C}"/>
              </a:ext>
            </a:extLst>
          </p:cNvPr>
          <p:cNvCxnSpPr>
            <a:cxnSpLocks/>
          </p:cNvCxnSpPr>
          <p:nvPr/>
        </p:nvCxnSpPr>
        <p:spPr>
          <a:xfrm flipH="1">
            <a:off x="1805434" y="1176787"/>
            <a:ext cx="40669" cy="362706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7E4679BA-7F09-4A79-AE8F-5D3C95944C2E}"/>
              </a:ext>
            </a:extLst>
          </p:cNvPr>
          <p:cNvCxnSpPr>
            <a:cxnSpLocks/>
          </p:cNvCxnSpPr>
          <p:nvPr/>
        </p:nvCxnSpPr>
        <p:spPr>
          <a:xfrm flipH="1">
            <a:off x="2685691" y="801429"/>
            <a:ext cx="176845" cy="1549224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78966F44-CC42-44B7-94F6-EF9BB3D378D3}"/>
              </a:ext>
            </a:extLst>
          </p:cNvPr>
          <p:cNvCxnSpPr>
            <a:cxnSpLocks/>
          </p:cNvCxnSpPr>
          <p:nvPr/>
        </p:nvCxnSpPr>
        <p:spPr>
          <a:xfrm flipH="1">
            <a:off x="3876328" y="1400032"/>
            <a:ext cx="40669" cy="362706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E61DAFB4-8643-4B71-879C-3B62FCFD67F9}"/>
              </a:ext>
            </a:extLst>
          </p:cNvPr>
          <p:cNvCxnSpPr>
            <a:cxnSpLocks/>
          </p:cNvCxnSpPr>
          <p:nvPr/>
        </p:nvCxnSpPr>
        <p:spPr>
          <a:xfrm flipH="1">
            <a:off x="5555817" y="871714"/>
            <a:ext cx="40669" cy="362706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B34857C0-57DE-4EE3-9D11-8590741DBD36}"/>
              </a:ext>
            </a:extLst>
          </p:cNvPr>
          <p:cNvCxnSpPr>
            <a:cxnSpLocks/>
          </p:cNvCxnSpPr>
          <p:nvPr/>
        </p:nvCxnSpPr>
        <p:spPr>
          <a:xfrm>
            <a:off x="1816403" y="1548733"/>
            <a:ext cx="847467" cy="810863"/>
          </a:xfrm>
          <a:prstGeom prst="straightConnector1">
            <a:avLst/>
          </a:prstGeom>
          <a:ln w="12700"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BFE0911-D30A-4410-9214-7AE8FAD07835}"/>
              </a:ext>
            </a:extLst>
          </p:cNvPr>
          <p:cNvCxnSpPr>
            <a:cxnSpLocks/>
          </p:cNvCxnSpPr>
          <p:nvPr/>
        </p:nvCxnSpPr>
        <p:spPr>
          <a:xfrm flipV="1">
            <a:off x="2702719" y="1741639"/>
            <a:ext cx="1187694" cy="617957"/>
          </a:xfrm>
          <a:prstGeom prst="straightConnector1">
            <a:avLst/>
          </a:prstGeom>
          <a:ln w="12700"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3A4D422B-F5C8-40EA-A459-A03940A7DD32}"/>
              </a:ext>
            </a:extLst>
          </p:cNvPr>
          <p:cNvCxnSpPr>
            <a:cxnSpLocks/>
          </p:cNvCxnSpPr>
          <p:nvPr/>
        </p:nvCxnSpPr>
        <p:spPr>
          <a:xfrm flipV="1">
            <a:off x="783686" y="2958379"/>
            <a:ext cx="771001" cy="387672"/>
          </a:xfrm>
          <a:prstGeom prst="straightConnector1">
            <a:avLst/>
          </a:prstGeom>
          <a:ln w="12700"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BBDC2E7D-2A2C-48BB-9F65-206EF1E730DE}"/>
              </a:ext>
            </a:extLst>
          </p:cNvPr>
          <p:cNvCxnSpPr>
            <a:cxnSpLocks/>
          </p:cNvCxnSpPr>
          <p:nvPr/>
        </p:nvCxnSpPr>
        <p:spPr>
          <a:xfrm flipV="1">
            <a:off x="1539280" y="2377251"/>
            <a:ext cx="1139418" cy="592875"/>
          </a:xfrm>
          <a:prstGeom prst="straightConnector1">
            <a:avLst/>
          </a:prstGeom>
          <a:ln w="12700"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03A8F928-4623-4CCC-8144-45C11FE057F2}"/>
              </a:ext>
            </a:extLst>
          </p:cNvPr>
          <p:cNvCxnSpPr>
            <a:cxnSpLocks/>
          </p:cNvCxnSpPr>
          <p:nvPr/>
        </p:nvCxnSpPr>
        <p:spPr>
          <a:xfrm flipH="1">
            <a:off x="860426" y="834070"/>
            <a:ext cx="77108" cy="594680"/>
          </a:xfrm>
          <a:prstGeom prst="straightConnector1">
            <a:avLst/>
          </a:prstGeom>
          <a:ln w="12700">
            <a:headEnd type="triangl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C01D7931-261D-45D5-933D-A35474A64270}"/>
              </a:ext>
            </a:extLst>
          </p:cNvPr>
          <p:cNvSpPr txBox="1"/>
          <p:nvPr/>
        </p:nvSpPr>
        <p:spPr>
          <a:xfrm rot="362209">
            <a:off x="782140" y="1034935"/>
            <a:ext cx="207424" cy="215444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lIns="0" tIns="0" rIns="0" bIns="0" rtlCol="0">
            <a:spAutoFit/>
          </a:bodyPr>
          <a:lstStyle/>
          <a:p>
            <a:r>
              <a:rPr lang="en-GB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GB" sz="1400" b="1" i="1" dirty="0">
                <a:latin typeface="Cambria Math" panose="02040503050406030204" pitchFamily="18" charset="0"/>
                <a:ea typeface="Cambria Math" panose="02040503050406030204" pitchFamily="18" charset="0"/>
              </a:rPr>
              <a:t>z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8617CAD4-D1AD-4CE6-AEFE-D30DA7F30749}"/>
              </a:ext>
            </a:extLst>
          </p:cNvPr>
          <p:cNvCxnSpPr>
            <a:cxnSpLocks/>
          </p:cNvCxnSpPr>
          <p:nvPr/>
        </p:nvCxnSpPr>
        <p:spPr>
          <a:xfrm flipH="1">
            <a:off x="774503" y="1470233"/>
            <a:ext cx="77108" cy="594680"/>
          </a:xfrm>
          <a:prstGeom prst="straightConnector1">
            <a:avLst/>
          </a:prstGeom>
          <a:ln w="12700">
            <a:headEnd type="triangl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386ED395-113C-42F0-A64B-C737C610CF4E}"/>
              </a:ext>
            </a:extLst>
          </p:cNvPr>
          <p:cNvSpPr txBox="1"/>
          <p:nvPr/>
        </p:nvSpPr>
        <p:spPr>
          <a:xfrm rot="362209">
            <a:off x="709344" y="1671523"/>
            <a:ext cx="207424" cy="215444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lIns="0" tIns="0" rIns="0" bIns="0" rtlCol="0">
            <a:spAutoFit/>
          </a:bodyPr>
          <a:lstStyle/>
          <a:p>
            <a:r>
              <a:rPr lang="en-GB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GB" sz="1400" b="1" i="1" dirty="0">
                <a:latin typeface="Cambria Math" panose="02040503050406030204" pitchFamily="18" charset="0"/>
                <a:ea typeface="Cambria Math" panose="02040503050406030204" pitchFamily="18" charset="0"/>
              </a:rPr>
              <a:t>z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A9688CBE-8151-4D34-A434-4A0DB96C7260}"/>
              </a:ext>
            </a:extLst>
          </p:cNvPr>
          <p:cNvCxnSpPr>
            <a:cxnSpLocks/>
          </p:cNvCxnSpPr>
          <p:nvPr/>
        </p:nvCxnSpPr>
        <p:spPr>
          <a:xfrm flipH="1">
            <a:off x="689810" y="2083919"/>
            <a:ext cx="77108" cy="594680"/>
          </a:xfrm>
          <a:prstGeom prst="straightConnector1">
            <a:avLst/>
          </a:prstGeom>
          <a:ln w="12700">
            <a:headEnd type="triangl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B57B1B9E-0C43-4DD8-B1D6-06024AAD36F2}"/>
              </a:ext>
            </a:extLst>
          </p:cNvPr>
          <p:cNvSpPr txBox="1"/>
          <p:nvPr/>
        </p:nvSpPr>
        <p:spPr>
          <a:xfrm rot="362209">
            <a:off x="624651" y="2285209"/>
            <a:ext cx="207424" cy="215444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lIns="0" tIns="0" rIns="0" bIns="0" rtlCol="0">
            <a:spAutoFit/>
          </a:bodyPr>
          <a:lstStyle/>
          <a:p>
            <a:r>
              <a:rPr lang="en-GB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GB" sz="1400" b="1" i="1" dirty="0">
                <a:latin typeface="Cambria Math" panose="02040503050406030204" pitchFamily="18" charset="0"/>
                <a:ea typeface="Cambria Math" panose="02040503050406030204" pitchFamily="18" charset="0"/>
              </a:rPr>
              <a:t>z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81775BC5-2415-4508-97C9-7292613AE1B0}"/>
              </a:ext>
            </a:extLst>
          </p:cNvPr>
          <p:cNvCxnSpPr>
            <a:cxnSpLocks/>
          </p:cNvCxnSpPr>
          <p:nvPr/>
        </p:nvCxnSpPr>
        <p:spPr>
          <a:xfrm flipH="1">
            <a:off x="605206" y="2714158"/>
            <a:ext cx="77108" cy="594680"/>
          </a:xfrm>
          <a:prstGeom prst="straightConnector1">
            <a:avLst/>
          </a:prstGeom>
          <a:ln w="12700">
            <a:headEnd type="triangl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A626ED29-58A3-415A-AC47-745FA328328A}"/>
              </a:ext>
            </a:extLst>
          </p:cNvPr>
          <p:cNvSpPr txBox="1"/>
          <p:nvPr/>
        </p:nvSpPr>
        <p:spPr>
          <a:xfrm rot="362209">
            <a:off x="540047" y="2915448"/>
            <a:ext cx="207424" cy="215444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lIns="0" tIns="0" rIns="0" bIns="0" rtlCol="0">
            <a:spAutoFit/>
          </a:bodyPr>
          <a:lstStyle/>
          <a:p>
            <a:r>
              <a:rPr lang="en-GB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GB" sz="1400" b="1" i="1" dirty="0">
                <a:latin typeface="Cambria Math" panose="02040503050406030204" pitchFamily="18" charset="0"/>
                <a:ea typeface="Cambria Math" panose="02040503050406030204" pitchFamily="18" charset="0"/>
              </a:rPr>
              <a:t>z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DDD49B6F-2309-4CD5-BC12-0CC666965CE6}"/>
                  </a:ext>
                </a:extLst>
              </p:cNvPr>
              <p:cNvSpPr txBox="1"/>
              <p:nvPr/>
            </p:nvSpPr>
            <p:spPr>
              <a:xfrm>
                <a:off x="1493903" y="1178732"/>
                <a:ext cx="197734" cy="215444"/>
              </a:xfrm>
              <a:prstGeom prst="rect">
                <a:avLst/>
              </a:prstGeom>
            </p:spPr>
            <p:style>
              <a:lnRef idx="2">
                <a:schemeClr val="accent4"/>
              </a:lnRef>
              <a:fillRef idx="1">
                <a:schemeClr val="lt1"/>
              </a:fillRef>
              <a:effectRef idx="0">
                <a:schemeClr val="accent4"/>
              </a:effectRef>
              <a:fontRef idx="minor">
                <a:schemeClr val="dk1"/>
              </a:fontRef>
            </p:style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</m:oMath>
                  </m:oMathPara>
                </a14:m>
                <a:endParaRPr lang="en-GB" sz="14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DDD49B6F-2309-4CD5-BC12-0CC666965C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3903" y="1178732"/>
                <a:ext cx="197734" cy="21544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33230CFA-C2F0-4FF3-B43D-8CF97712F5B3}"/>
                  </a:ext>
                </a:extLst>
              </p:cNvPr>
              <p:cNvSpPr txBox="1"/>
              <p:nvPr/>
            </p:nvSpPr>
            <p:spPr>
              <a:xfrm>
                <a:off x="2085989" y="1812339"/>
                <a:ext cx="197734" cy="215444"/>
              </a:xfrm>
              <a:prstGeom prst="rect">
                <a:avLst/>
              </a:prstGeom>
            </p:spPr>
            <p:style>
              <a:lnRef idx="2">
                <a:schemeClr val="accent4"/>
              </a:lnRef>
              <a:fillRef idx="1">
                <a:schemeClr val="lt1"/>
              </a:fillRef>
              <a:effectRef idx="0">
                <a:schemeClr val="accent4"/>
              </a:effectRef>
              <a:fontRef idx="minor">
                <a:schemeClr val="dk1"/>
              </a:fontRef>
            </p:style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𝒃</m:t>
                      </m:r>
                    </m:oMath>
                  </m:oMathPara>
                </a14:m>
                <a:endParaRPr lang="en-GB" sz="14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33230CFA-C2F0-4FF3-B43D-8CF97712F5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85989" y="1812339"/>
                <a:ext cx="197734" cy="215444"/>
              </a:xfrm>
              <a:prstGeom prst="rect">
                <a:avLst/>
              </a:prstGeom>
              <a:blipFill>
                <a:blip r:embed="rId4"/>
                <a:stretch>
                  <a:fillRect l="-8571" r="-5714" b="-263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F8C61BF8-9870-4973-B285-9069B65DAFB7}"/>
                  </a:ext>
                </a:extLst>
              </p:cNvPr>
              <p:cNvSpPr txBox="1"/>
              <p:nvPr/>
            </p:nvSpPr>
            <p:spPr>
              <a:xfrm>
                <a:off x="3315210" y="1175202"/>
                <a:ext cx="197734" cy="215444"/>
              </a:xfrm>
              <a:prstGeom prst="rect">
                <a:avLst/>
              </a:prstGeom>
            </p:spPr>
            <p:style>
              <a:lnRef idx="2">
                <a:schemeClr val="accent4"/>
              </a:lnRef>
              <a:fillRef idx="1">
                <a:schemeClr val="lt1"/>
              </a:fillRef>
              <a:effectRef idx="0">
                <a:schemeClr val="accent4"/>
              </a:effectRef>
              <a:fontRef idx="minor">
                <a:schemeClr val="dk1"/>
              </a:fontRef>
            </p:style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𝒄</m:t>
                      </m:r>
                    </m:oMath>
                  </m:oMathPara>
                </a14:m>
                <a:endParaRPr lang="en-GB" sz="14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F8C61BF8-9870-4973-B285-9069B65DAF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15210" y="1175202"/>
                <a:ext cx="197734" cy="21544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AD63F240-5151-472F-AFE1-643A806681D9}"/>
                  </a:ext>
                </a:extLst>
              </p:cNvPr>
              <p:cNvSpPr txBox="1"/>
              <p:nvPr/>
            </p:nvSpPr>
            <p:spPr>
              <a:xfrm>
                <a:off x="4520204" y="1180021"/>
                <a:ext cx="197734" cy="215444"/>
              </a:xfrm>
              <a:prstGeom prst="rect">
                <a:avLst/>
              </a:prstGeom>
            </p:spPr>
            <p:style>
              <a:lnRef idx="2">
                <a:schemeClr val="accent4"/>
              </a:lnRef>
              <a:fillRef idx="1">
                <a:schemeClr val="lt1"/>
              </a:fillRef>
              <a:effectRef idx="0">
                <a:schemeClr val="accent4"/>
              </a:effectRef>
              <a:fontRef idx="minor">
                <a:schemeClr val="dk1"/>
              </a:fontRef>
            </p:style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𝒅</m:t>
                      </m:r>
                    </m:oMath>
                  </m:oMathPara>
                </a14:m>
                <a:endParaRPr lang="en-GB" sz="14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AD63F240-5151-472F-AFE1-643A806681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20204" y="1180021"/>
                <a:ext cx="197734" cy="215444"/>
              </a:xfrm>
              <a:prstGeom prst="rect">
                <a:avLst/>
              </a:prstGeom>
              <a:blipFill>
                <a:blip r:embed="rId6"/>
                <a:stretch>
                  <a:fillRect l="-8824" r="-11765" b="-540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4450DC10-E599-4439-8732-0B8F77E427E6}"/>
                  </a:ext>
                </a:extLst>
              </p:cNvPr>
              <p:cNvSpPr txBox="1"/>
              <p:nvPr/>
            </p:nvSpPr>
            <p:spPr>
              <a:xfrm>
                <a:off x="2085989" y="2691221"/>
                <a:ext cx="197734" cy="215444"/>
              </a:xfrm>
              <a:prstGeom prst="rect">
                <a:avLst/>
              </a:prstGeom>
            </p:spPr>
            <p:style>
              <a:lnRef idx="2">
                <a:schemeClr val="accent4"/>
              </a:lnRef>
              <a:fillRef idx="1">
                <a:schemeClr val="lt1"/>
              </a:fillRef>
              <a:effectRef idx="0">
                <a:schemeClr val="accent4"/>
              </a:effectRef>
              <a:fontRef idx="minor">
                <a:schemeClr val="dk1"/>
              </a:fontRef>
            </p:style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𝒃</m:t>
                      </m:r>
                    </m:oMath>
                  </m:oMathPara>
                </a14:m>
                <a:endParaRPr lang="en-GB" sz="14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4450DC10-E599-4439-8732-0B8F77E427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85989" y="2691221"/>
                <a:ext cx="197734" cy="215444"/>
              </a:xfrm>
              <a:prstGeom prst="rect">
                <a:avLst/>
              </a:prstGeom>
              <a:blipFill>
                <a:blip r:embed="rId7"/>
                <a:stretch>
                  <a:fillRect l="-8571" r="-5714" b="-263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EAEB7E5A-4DBC-404C-A5CD-A55223DDB902}"/>
                  </a:ext>
                </a:extLst>
              </p:cNvPr>
              <p:cNvSpPr txBox="1"/>
              <p:nvPr/>
            </p:nvSpPr>
            <p:spPr>
              <a:xfrm>
                <a:off x="3314881" y="2044700"/>
                <a:ext cx="197734" cy="215444"/>
              </a:xfrm>
              <a:prstGeom prst="rect">
                <a:avLst/>
              </a:prstGeom>
            </p:spPr>
            <p:style>
              <a:lnRef idx="2">
                <a:schemeClr val="accent4"/>
              </a:lnRef>
              <a:fillRef idx="1">
                <a:schemeClr val="lt1"/>
              </a:fillRef>
              <a:effectRef idx="0">
                <a:schemeClr val="accent4"/>
              </a:effectRef>
              <a:fontRef idx="minor">
                <a:schemeClr val="dk1"/>
              </a:fontRef>
            </p:style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𝒄</m:t>
                      </m:r>
                    </m:oMath>
                  </m:oMathPara>
                </a14:m>
                <a:endParaRPr lang="en-GB" sz="14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EAEB7E5A-4DBC-404C-A5CD-A55223DDB9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14881" y="2044700"/>
                <a:ext cx="197734" cy="21544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C35F52A0-C2EA-4365-8A9A-9BD00C23BAAD}"/>
                  </a:ext>
                </a:extLst>
              </p:cNvPr>
              <p:cNvSpPr txBox="1"/>
              <p:nvPr/>
            </p:nvSpPr>
            <p:spPr>
              <a:xfrm>
                <a:off x="1181355" y="3175311"/>
                <a:ext cx="197734" cy="215444"/>
              </a:xfrm>
              <a:prstGeom prst="rect">
                <a:avLst/>
              </a:prstGeom>
            </p:spPr>
            <p:style>
              <a:lnRef idx="2">
                <a:schemeClr val="accent4"/>
              </a:lnRef>
              <a:fillRef idx="1">
                <a:schemeClr val="lt1"/>
              </a:fillRef>
              <a:effectRef idx="0">
                <a:schemeClr val="accent4"/>
              </a:effectRef>
              <a:fontRef idx="minor">
                <a:schemeClr val="dk1"/>
              </a:fontRef>
            </p:style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</m:oMath>
                  </m:oMathPara>
                </a14:m>
                <a:endParaRPr lang="en-GB" sz="14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C35F52A0-C2EA-4365-8A9A-9BD00C23BA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1355" y="3175311"/>
                <a:ext cx="197734" cy="21544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0843C0FD-3367-40EC-AF01-D8BC81976516}"/>
                  </a:ext>
                </a:extLst>
              </p:cNvPr>
              <p:cNvSpPr txBox="1"/>
              <p:nvPr/>
            </p:nvSpPr>
            <p:spPr>
              <a:xfrm>
                <a:off x="2087271" y="1183495"/>
                <a:ext cx="197734" cy="215444"/>
              </a:xfrm>
              <a:prstGeom prst="rect">
                <a:avLst/>
              </a:prstGeom>
            </p:spPr>
            <p:style>
              <a:lnRef idx="2">
                <a:schemeClr val="accent4"/>
              </a:lnRef>
              <a:fillRef idx="1">
                <a:schemeClr val="lt1"/>
              </a:fillRef>
              <a:effectRef idx="0">
                <a:schemeClr val="accent4"/>
              </a:effectRef>
              <a:fontRef idx="minor">
                <a:schemeClr val="dk1"/>
              </a:fontRef>
            </p:style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𝒃</m:t>
                      </m:r>
                    </m:oMath>
                  </m:oMathPara>
                </a14:m>
                <a:endParaRPr lang="en-GB" sz="14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0843C0FD-3367-40EC-AF01-D8BC819765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87271" y="1183495"/>
                <a:ext cx="197734" cy="215444"/>
              </a:xfrm>
              <a:prstGeom prst="rect">
                <a:avLst/>
              </a:prstGeom>
              <a:blipFill>
                <a:blip r:embed="rId10"/>
                <a:stretch>
                  <a:fillRect l="-8571" r="-5714" b="-540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2" name="Freeform: Shape 71">
            <a:extLst>
              <a:ext uri="{FF2B5EF4-FFF2-40B4-BE49-F238E27FC236}">
                <a16:creationId xmlns:a16="http://schemas.microsoft.com/office/drawing/2014/main" id="{EBA31C83-2177-41A8-A160-92B032E85612}"/>
              </a:ext>
            </a:extLst>
          </p:cNvPr>
          <p:cNvSpPr/>
          <p:nvPr/>
        </p:nvSpPr>
        <p:spPr>
          <a:xfrm>
            <a:off x="5124450" y="1930970"/>
            <a:ext cx="34925" cy="177800"/>
          </a:xfrm>
          <a:custGeom>
            <a:avLst/>
            <a:gdLst>
              <a:gd name="connsiteX0" fmla="*/ 34925 w 34925"/>
              <a:gd name="connsiteY0" fmla="*/ 0 h 177800"/>
              <a:gd name="connsiteX1" fmla="*/ 15875 w 34925"/>
              <a:gd name="connsiteY1" fmla="*/ 38100 h 177800"/>
              <a:gd name="connsiteX2" fmla="*/ 9525 w 34925"/>
              <a:gd name="connsiteY2" fmla="*/ 47625 h 177800"/>
              <a:gd name="connsiteX3" fmla="*/ 0 w 34925"/>
              <a:gd name="connsiteY3" fmla="*/ 73025 h 177800"/>
              <a:gd name="connsiteX4" fmla="*/ 6350 w 34925"/>
              <a:gd name="connsiteY4" fmla="*/ 146050 h 177800"/>
              <a:gd name="connsiteX5" fmla="*/ 12700 w 34925"/>
              <a:gd name="connsiteY5" fmla="*/ 155575 h 177800"/>
              <a:gd name="connsiteX6" fmla="*/ 22225 w 34925"/>
              <a:gd name="connsiteY6" fmla="*/ 168275 h 177800"/>
              <a:gd name="connsiteX7" fmla="*/ 22225 w 34925"/>
              <a:gd name="connsiteY7" fmla="*/ 177800 h 177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925" h="177800">
                <a:moveTo>
                  <a:pt x="34925" y="0"/>
                </a:moveTo>
                <a:cubicBezTo>
                  <a:pt x="12099" y="38043"/>
                  <a:pt x="39787" y="-9724"/>
                  <a:pt x="15875" y="38100"/>
                </a:cubicBezTo>
                <a:cubicBezTo>
                  <a:pt x="14168" y="41513"/>
                  <a:pt x="11232" y="44212"/>
                  <a:pt x="9525" y="47625"/>
                </a:cubicBezTo>
                <a:cubicBezTo>
                  <a:pt x="5729" y="55218"/>
                  <a:pt x="2748" y="64781"/>
                  <a:pt x="0" y="73025"/>
                </a:cubicBezTo>
                <a:cubicBezTo>
                  <a:pt x="2117" y="97367"/>
                  <a:pt x="2635" y="121901"/>
                  <a:pt x="6350" y="146050"/>
                </a:cubicBezTo>
                <a:cubicBezTo>
                  <a:pt x="6930" y="149822"/>
                  <a:pt x="10482" y="152470"/>
                  <a:pt x="12700" y="155575"/>
                </a:cubicBezTo>
                <a:cubicBezTo>
                  <a:pt x="15776" y="159881"/>
                  <a:pt x="20141" y="163411"/>
                  <a:pt x="22225" y="168275"/>
                </a:cubicBezTo>
                <a:cubicBezTo>
                  <a:pt x="23476" y="171193"/>
                  <a:pt x="22225" y="174625"/>
                  <a:pt x="22225" y="177800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5E0D88F0-A3C0-4C3A-9AD3-9F50E8388F37}"/>
                  </a:ext>
                </a:extLst>
              </p:cNvPr>
              <p:cNvSpPr txBox="1"/>
              <p:nvPr/>
            </p:nvSpPr>
            <p:spPr>
              <a:xfrm>
                <a:off x="4819003" y="1871029"/>
                <a:ext cx="20839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1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𝜶</m:t>
                      </m:r>
                    </m:oMath>
                  </m:oMathPara>
                </a14:m>
                <a:endParaRPr lang="en-GB" b="1" i="1" dirty="0">
                  <a:solidFill>
                    <a:schemeClr val="accent2">
                      <a:lumMod val="75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5E0D88F0-A3C0-4C3A-9AD3-9F50E8388F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19003" y="1871029"/>
                <a:ext cx="208390" cy="276999"/>
              </a:xfrm>
              <a:prstGeom prst="rect">
                <a:avLst/>
              </a:prstGeom>
              <a:blipFill>
                <a:blip r:embed="rId11"/>
                <a:stretch>
                  <a:fillRect l="-17647" r="-1764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45FDA9B0-7D13-44B1-B9A5-58140CE744C5}"/>
              </a:ext>
            </a:extLst>
          </p:cNvPr>
          <p:cNvCxnSpPr>
            <a:cxnSpLocks/>
          </p:cNvCxnSpPr>
          <p:nvPr/>
        </p:nvCxnSpPr>
        <p:spPr>
          <a:xfrm flipH="1">
            <a:off x="780066" y="819897"/>
            <a:ext cx="378650" cy="2498466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Freeform: Shape 75">
            <a:extLst>
              <a:ext uri="{FF2B5EF4-FFF2-40B4-BE49-F238E27FC236}">
                <a16:creationId xmlns:a16="http://schemas.microsoft.com/office/drawing/2014/main" id="{1C0A75AD-9A20-4111-8D58-8AC6343178C5}"/>
              </a:ext>
            </a:extLst>
          </p:cNvPr>
          <p:cNvSpPr/>
          <p:nvPr/>
        </p:nvSpPr>
        <p:spPr>
          <a:xfrm>
            <a:off x="1130734" y="784783"/>
            <a:ext cx="230477" cy="265347"/>
          </a:xfrm>
          <a:custGeom>
            <a:avLst/>
            <a:gdLst>
              <a:gd name="connsiteX0" fmla="*/ 0 w 286041"/>
              <a:gd name="connsiteY0" fmla="*/ 272492 h 282017"/>
              <a:gd name="connsiteX1" fmla="*/ 9525 w 286041"/>
              <a:gd name="connsiteY1" fmla="*/ 277255 h 282017"/>
              <a:gd name="connsiteX2" fmla="*/ 39687 w 286041"/>
              <a:gd name="connsiteY2" fmla="*/ 282017 h 282017"/>
              <a:gd name="connsiteX3" fmla="*/ 133350 w 286041"/>
              <a:gd name="connsiteY3" fmla="*/ 280430 h 282017"/>
              <a:gd name="connsiteX4" fmla="*/ 139700 w 286041"/>
              <a:gd name="connsiteY4" fmla="*/ 275667 h 282017"/>
              <a:gd name="connsiteX5" fmla="*/ 150812 w 286041"/>
              <a:gd name="connsiteY5" fmla="*/ 272492 h 282017"/>
              <a:gd name="connsiteX6" fmla="*/ 158750 w 286041"/>
              <a:gd name="connsiteY6" fmla="*/ 270905 h 282017"/>
              <a:gd name="connsiteX7" fmla="*/ 168275 w 286041"/>
              <a:gd name="connsiteY7" fmla="*/ 267730 h 282017"/>
              <a:gd name="connsiteX8" fmla="*/ 176212 w 286041"/>
              <a:gd name="connsiteY8" fmla="*/ 266142 h 282017"/>
              <a:gd name="connsiteX9" fmla="*/ 192087 w 286041"/>
              <a:gd name="connsiteY9" fmla="*/ 262967 h 282017"/>
              <a:gd name="connsiteX10" fmla="*/ 196850 w 286041"/>
              <a:gd name="connsiteY10" fmla="*/ 258205 h 282017"/>
              <a:gd name="connsiteX11" fmla="*/ 203200 w 286041"/>
              <a:gd name="connsiteY11" fmla="*/ 255030 h 282017"/>
              <a:gd name="connsiteX12" fmla="*/ 211137 w 286041"/>
              <a:gd name="connsiteY12" fmla="*/ 250267 h 282017"/>
              <a:gd name="connsiteX13" fmla="*/ 227012 w 286041"/>
              <a:gd name="connsiteY13" fmla="*/ 237567 h 282017"/>
              <a:gd name="connsiteX14" fmla="*/ 233362 w 286041"/>
              <a:gd name="connsiteY14" fmla="*/ 231217 h 282017"/>
              <a:gd name="connsiteX15" fmla="*/ 238125 w 286041"/>
              <a:gd name="connsiteY15" fmla="*/ 223280 h 282017"/>
              <a:gd name="connsiteX16" fmla="*/ 246062 w 286041"/>
              <a:gd name="connsiteY16" fmla="*/ 205817 h 282017"/>
              <a:gd name="connsiteX17" fmla="*/ 247650 w 286041"/>
              <a:gd name="connsiteY17" fmla="*/ 199467 h 282017"/>
              <a:gd name="connsiteX18" fmla="*/ 254000 w 286041"/>
              <a:gd name="connsiteY18" fmla="*/ 194705 h 282017"/>
              <a:gd name="connsiteX19" fmla="*/ 255587 w 286041"/>
              <a:gd name="connsiteY19" fmla="*/ 185180 h 282017"/>
              <a:gd name="connsiteX20" fmla="*/ 263525 w 286041"/>
              <a:gd name="connsiteY20" fmla="*/ 164542 h 282017"/>
              <a:gd name="connsiteX21" fmla="*/ 265112 w 286041"/>
              <a:gd name="connsiteY21" fmla="*/ 153430 h 282017"/>
              <a:gd name="connsiteX22" fmla="*/ 266700 w 286041"/>
              <a:gd name="connsiteY22" fmla="*/ 148667 h 282017"/>
              <a:gd name="connsiteX23" fmla="*/ 268287 w 286041"/>
              <a:gd name="connsiteY23" fmla="*/ 139142 h 282017"/>
              <a:gd name="connsiteX24" fmla="*/ 271462 w 286041"/>
              <a:gd name="connsiteY24" fmla="*/ 132792 h 282017"/>
              <a:gd name="connsiteX25" fmla="*/ 274637 w 286041"/>
              <a:gd name="connsiteY25" fmla="*/ 121680 h 282017"/>
              <a:gd name="connsiteX26" fmla="*/ 277812 w 286041"/>
              <a:gd name="connsiteY26" fmla="*/ 101042 h 282017"/>
              <a:gd name="connsiteX27" fmla="*/ 279400 w 286041"/>
              <a:gd name="connsiteY27" fmla="*/ 94692 h 282017"/>
              <a:gd name="connsiteX28" fmla="*/ 280987 w 286041"/>
              <a:gd name="connsiteY28" fmla="*/ 81992 h 282017"/>
              <a:gd name="connsiteX29" fmla="*/ 285750 w 286041"/>
              <a:gd name="connsiteY29" fmla="*/ 64530 h 282017"/>
              <a:gd name="connsiteX30" fmla="*/ 284162 w 286041"/>
              <a:gd name="connsiteY30" fmla="*/ 21667 h 282017"/>
              <a:gd name="connsiteX31" fmla="*/ 279400 w 286041"/>
              <a:gd name="connsiteY31" fmla="*/ 2617 h 2820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286041" h="282017">
                <a:moveTo>
                  <a:pt x="0" y="272492"/>
                </a:moveTo>
                <a:cubicBezTo>
                  <a:pt x="3175" y="274080"/>
                  <a:pt x="6248" y="275890"/>
                  <a:pt x="9525" y="277255"/>
                </a:cubicBezTo>
                <a:cubicBezTo>
                  <a:pt x="21653" y="282309"/>
                  <a:pt x="23840" y="280798"/>
                  <a:pt x="39687" y="282017"/>
                </a:cubicBezTo>
                <a:cubicBezTo>
                  <a:pt x="70908" y="281488"/>
                  <a:pt x="102187" y="282409"/>
                  <a:pt x="133350" y="280430"/>
                </a:cubicBezTo>
                <a:cubicBezTo>
                  <a:pt x="135991" y="280262"/>
                  <a:pt x="137291" y="276762"/>
                  <a:pt x="139700" y="275667"/>
                </a:cubicBezTo>
                <a:cubicBezTo>
                  <a:pt x="143207" y="274073"/>
                  <a:pt x="147075" y="273426"/>
                  <a:pt x="150812" y="272492"/>
                </a:cubicBezTo>
                <a:cubicBezTo>
                  <a:pt x="153430" y="271838"/>
                  <a:pt x="156147" y="271615"/>
                  <a:pt x="158750" y="270905"/>
                </a:cubicBezTo>
                <a:cubicBezTo>
                  <a:pt x="161979" y="270025"/>
                  <a:pt x="165046" y="268611"/>
                  <a:pt x="168275" y="267730"/>
                </a:cubicBezTo>
                <a:cubicBezTo>
                  <a:pt x="170878" y="267020"/>
                  <a:pt x="173578" y="266727"/>
                  <a:pt x="176212" y="266142"/>
                </a:cubicBezTo>
                <a:cubicBezTo>
                  <a:pt x="190410" y="262987"/>
                  <a:pt x="173438" y="266076"/>
                  <a:pt x="192087" y="262967"/>
                </a:cubicBezTo>
                <a:cubicBezTo>
                  <a:pt x="193675" y="261380"/>
                  <a:pt x="195023" y="259510"/>
                  <a:pt x="196850" y="258205"/>
                </a:cubicBezTo>
                <a:cubicBezTo>
                  <a:pt x="198776" y="256830"/>
                  <a:pt x="201131" y="256179"/>
                  <a:pt x="203200" y="255030"/>
                </a:cubicBezTo>
                <a:cubicBezTo>
                  <a:pt x="205897" y="253531"/>
                  <a:pt x="208570" y="251979"/>
                  <a:pt x="211137" y="250267"/>
                </a:cubicBezTo>
                <a:cubicBezTo>
                  <a:pt x="215236" y="247534"/>
                  <a:pt x="224136" y="240155"/>
                  <a:pt x="227012" y="237567"/>
                </a:cubicBezTo>
                <a:cubicBezTo>
                  <a:pt x="229237" y="235564"/>
                  <a:pt x="231524" y="233580"/>
                  <a:pt x="233362" y="231217"/>
                </a:cubicBezTo>
                <a:cubicBezTo>
                  <a:pt x="235256" y="228782"/>
                  <a:pt x="236626" y="225977"/>
                  <a:pt x="238125" y="223280"/>
                </a:cubicBezTo>
                <a:cubicBezTo>
                  <a:pt x="240589" y="218846"/>
                  <a:pt x="244649" y="209704"/>
                  <a:pt x="246062" y="205817"/>
                </a:cubicBezTo>
                <a:cubicBezTo>
                  <a:pt x="246808" y="203767"/>
                  <a:pt x="246382" y="201242"/>
                  <a:pt x="247650" y="199467"/>
                </a:cubicBezTo>
                <a:cubicBezTo>
                  <a:pt x="249188" y="197314"/>
                  <a:pt x="251883" y="196292"/>
                  <a:pt x="254000" y="194705"/>
                </a:cubicBezTo>
                <a:cubicBezTo>
                  <a:pt x="254529" y="191530"/>
                  <a:pt x="254618" y="188249"/>
                  <a:pt x="255587" y="185180"/>
                </a:cubicBezTo>
                <a:cubicBezTo>
                  <a:pt x="257807" y="178151"/>
                  <a:pt x="263525" y="164542"/>
                  <a:pt x="263525" y="164542"/>
                </a:cubicBezTo>
                <a:cubicBezTo>
                  <a:pt x="264054" y="160838"/>
                  <a:pt x="264378" y="157099"/>
                  <a:pt x="265112" y="153430"/>
                </a:cubicBezTo>
                <a:cubicBezTo>
                  <a:pt x="265440" y="151789"/>
                  <a:pt x="266337" y="150301"/>
                  <a:pt x="266700" y="148667"/>
                </a:cubicBezTo>
                <a:cubicBezTo>
                  <a:pt x="267398" y="145525"/>
                  <a:pt x="267362" y="142225"/>
                  <a:pt x="268287" y="139142"/>
                </a:cubicBezTo>
                <a:cubicBezTo>
                  <a:pt x="268967" y="136875"/>
                  <a:pt x="270653" y="135016"/>
                  <a:pt x="271462" y="132792"/>
                </a:cubicBezTo>
                <a:cubicBezTo>
                  <a:pt x="272779" y="129172"/>
                  <a:pt x="273703" y="125417"/>
                  <a:pt x="274637" y="121680"/>
                </a:cubicBezTo>
                <a:cubicBezTo>
                  <a:pt x="277067" y="111959"/>
                  <a:pt x="275882" y="112624"/>
                  <a:pt x="277812" y="101042"/>
                </a:cubicBezTo>
                <a:cubicBezTo>
                  <a:pt x="278171" y="98890"/>
                  <a:pt x="278871" y="96809"/>
                  <a:pt x="279400" y="94692"/>
                </a:cubicBezTo>
                <a:cubicBezTo>
                  <a:pt x="279929" y="90459"/>
                  <a:pt x="280108" y="86167"/>
                  <a:pt x="280987" y="81992"/>
                </a:cubicBezTo>
                <a:cubicBezTo>
                  <a:pt x="282230" y="76088"/>
                  <a:pt x="285433" y="70555"/>
                  <a:pt x="285750" y="64530"/>
                </a:cubicBezTo>
                <a:cubicBezTo>
                  <a:pt x="286501" y="50252"/>
                  <a:pt x="285741" y="35877"/>
                  <a:pt x="284162" y="21667"/>
                </a:cubicBezTo>
                <a:cubicBezTo>
                  <a:pt x="278898" y="-25709"/>
                  <a:pt x="279400" y="22389"/>
                  <a:pt x="279400" y="2617"/>
                </a:cubicBezTo>
              </a:path>
            </a:pathLst>
          </a:cu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EEA0A906-3E88-4EB8-AD84-37B03F0A20C8}"/>
                  </a:ext>
                </a:extLst>
              </p:cNvPr>
              <p:cNvSpPr txBox="1"/>
              <p:nvPr/>
            </p:nvSpPr>
            <p:spPr>
              <a:xfrm>
                <a:off x="1401218" y="795692"/>
                <a:ext cx="427425" cy="31649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200" b="1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1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𝝅</m:t>
                          </m:r>
                        </m:num>
                        <m:den>
                          <m:r>
                            <a:rPr lang="en-GB" sz="1200" b="1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  <m:r>
                        <a:rPr lang="en-GB" sz="1200" b="1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pt-BR" sz="1200" b="1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𝜶</m:t>
                      </m:r>
                    </m:oMath>
                  </m:oMathPara>
                </a14:m>
                <a:endParaRPr lang="en-GB" sz="1000" b="1" i="1" dirty="0">
                  <a:solidFill>
                    <a:schemeClr val="accent2">
                      <a:lumMod val="75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EEA0A906-3E88-4EB8-AD84-37B03F0A20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1218" y="795692"/>
                <a:ext cx="427425" cy="316497"/>
              </a:xfrm>
              <a:prstGeom prst="rect">
                <a:avLst/>
              </a:prstGeom>
              <a:blipFill>
                <a:blip r:embed="rId12"/>
                <a:stretch>
                  <a:fillRect l="-5882" r="-5882" b="-1538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3CA3925D-C2F4-67BF-6C55-7170A2AD430A}"/>
                  </a:ext>
                </a:extLst>
              </p:cNvPr>
              <p:cNvSpPr txBox="1"/>
              <p:nvPr/>
            </p:nvSpPr>
            <p:spPr>
              <a:xfrm>
                <a:off x="120922" y="4802737"/>
                <a:ext cx="6094770" cy="74308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GB" i="0">
                              <a:latin typeface="Cambria Math" panose="02040503050406030204" pitchFamily="18" charset="0"/>
                            </a:rPr>
                            <m:t>ú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𝑙𝑡𝑖𝑝𝑙𝑎</m:t>
                          </m:r>
                        </m:sub>
                      </m:sSub>
                      <m:r>
                        <a:rPr lang="en-GB" i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GB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GB" i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GB" i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GB" i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sSub>
                            <m:sSubPr>
                              <m:ctrlPr>
                                <a:rPr lang="en-GB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GB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GB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en-GB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en-GB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GB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GB" i="0">
                                          <a:latin typeface="Cambria Math" panose="02040503050406030204" pitchFamily="18" charset="0"/>
                                        </a:rPr>
                                        <m:t>4</m:t>
                                      </m:r>
                                      <m: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GB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GB" i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GB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GB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GB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GB" i="0">
                                  <a:latin typeface="Cambria Math" panose="02040503050406030204" pitchFamily="18" charset="0"/>
                                </a:rPr>
                                <m:t>+8.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en-GB" i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i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𝑠𝑒𝑛</m:t>
                              </m:r>
                              <m:d>
                                <m:dPr>
                                  <m:ctrlPr>
                                    <a:rPr lang="en-GB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</m:d>
                            </m:e>
                          </m:rad>
                        </m:num>
                        <m:den>
                          <m:sSub>
                            <m:sSubPr>
                              <m:ctrlPr>
                                <a:rPr lang="en-GB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GB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3CA3925D-C2F4-67BF-6C55-7170A2AD43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922" y="4802737"/>
                <a:ext cx="6094770" cy="74308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C60ABBB8-BB98-875A-019F-DF0D0689ADDA}"/>
              </a:ext>
            </a:extLst>
          </p:cNvPr>
          <p:cNvSpPr txBox="1"/>
          <p:nvPr/>
        </p:nvSpPr>
        <p:spPr>
          <a:xfrm>
            <a:off x="10365252" y="5181894"/>
            <a:ext cx="170582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800" i="1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These</a:t>
            </a:r>
            <a:r>
              <a:rPr lang="pt-BR" sz="800" i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slides</a:t>
            </a:r>
            <a:r>
              <a:rPr lang="pt-BR" sz="800" i="1" dirty="0"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pt-BR" sz="800" i="1" dirty="0" err="1">
                <a:latin typeface="Arial" panose="020B0604020202020204" pitchFamily="34" charset="0"/>
                <a:ea typeface="Times New Roman" panose="02020603050405020304" pitchFamily="18" charset="0"/>
              </a:rPr>
              <a:t>were</a:t>
            </a:r>
            <a:r>
              <a:rPr lang="pt-BR" sz="800" i="1" dirty="0"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pt-BR" sz="800" i="1" dirty="0" err="1">
                <a:latin typeface="Arial" panose="020B0604020202020204" pitchFamily="34" charset="0"/>
                <a:ea typeface="Times New Roman" panose="02020603050405020304" pitchFamily="18" charset="0"/>
              </a:rPr>
              <a:t>prepared</a:t>
            </a:r>
            <a:r>
              <a:rPr lang="pt-BR" sz="800" i="1" dirty="0"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pt-BR" sz="800" i="1" dirty="0" err="1">
                <a:latin typeface="Arial" panose="020B0604020202020204" pitchFamily="34" charset="0"/>
                <a:ea typeface="Times New Roman" panose="02020603050405020304" pitchFamily="18" charset="0"/>
              </a:rPr>
              <a:t>to</a:t>
            </a:r>
            <a:r>
              <a:rPr lang="pt-BR" sz="800" i="1" dirty="0"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pt-BR" sz="800" i="1" dirty="0" err="1">
                <a:latin typeface="Arial" panose="020B0604020202020204" pitchFamily="34" charset="0"/>
                <a:ea typeface="Times New Roman" panose="02020603050405020304" pitchFamily="18" charset="0"/>
              </a:rPr>
              <a:t>be</a:t>
            </a:r>
            <a:r>
              <a:rPr lang="pt-BR" sz="800" i="1" dirty="0"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pt-BR" sz="800" i="1" dirty="0" err="1">
                <a:latin typeface="Arial" panose="020B0604020202020204" pitchFamily="34" charset="0"/>
                <a:ea typeface="Times New Roman" panose="02020603050405020304" pitchFamily="18" charset="0"/>
              </a:rPr>
              <a:t>published</a:t>
            </a:r>
            <a:r>
              <a:rPr lang="pt-BR" sz="800" i="1" dirty="0">
                <a:latin typeface="Arial" panose="020B0604020202020204" pitchFamily="34" charset="0"/>
                <a:ea typeface="Times New Roman" panose="02020603050405020304" pitchFamily="18" charset="0"/>
              </a:rPr>
              <a:t> in </a:t>
            </a:r>
            <a:r>
              <a:rPr lang="pt-BR" sz="800" i="1" dirty="0" err="1">
                <a:latin typeface="Arial" panose="020B0604020202020204" pitchFamily="34" charset="0"/>
                <a:ea typeface="Times New Roman" panose="02020603050405020304" pitchFamily="18" charset="0"/>
              </a:rPr>
              <a:t>BrJG</a:t>
            </a:r>
            <a:r>
              <a:rPr lang="pt-BR" sz="800" i="1" dirty="0">
                <a:latin typeface="Arial" panose="020B0604020202020204" pitchFamily="34" charset="0"/>
                <a:ea typeface="Times New Roman" panose="02020603050405020304" pitchFamily="18" charset="0"/>
              </a:rPr>
              <a:t>, </a:t>
            </a:r>
            <a:r>
              <a:rPr lang="pt-BR" sz="800" i="1" dirty="0" err="1">
                <a:latin typeface="Arial" panose="020B0604020202020204" pitchFamily="34" charset="0"/>
                <a:ea typeface="Times New Roman" panose="02020603050405020304" pitchFamily="18" charset="0"/>
              </a:rPr>
              <a:t>Brazilian</a:t>
            </a:r>
            <a:r>
              <a:rPr lang="pt-BR" sz="800" i="1" dirty="0"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pt-BR" sz="800" i="1" dirty="0" err="1">
                <a:latin typeface="Arial" panose="020B0604020202020204" pitchFamily="34" charset="0"/>
                <a:ea typeface="Times New Roman" panose="02020603050405020304" pitchFamily="18" charset="0"/>
              </a:rPr>
              <a:t>Journal</a:t>
            </a:r>
            <a:r>
              <a:rPr lang="pt-BR" sz="800" i="1" dirty="0"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pt-BR" sz="800" i="1" dirty="0" err="1">
                <a:latin typeface="Arial" panose="020B0604020202020204" pitchFamily="34" charset="0"/>
                <a:ea typeface="Times New Roman" panose="02020603050405020304" pitchFamily="18" charset="0"/>
              </a:rPr>
              <a:t>of</a:t>
            </a:r>
            <a:r>
              <a:rPr lang="pt-BR" sz="800" i="1" dirty="0"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pt-BR" sz="800" i="1" dirty="0" err="1">
                <a:latin typeface="Arial" panose="020B0604020202020204" pitchFamily="34" charset="0"/>
                <a:ea typeface="Times New Roman" panose="02020603050405020304" pitchFamily="18" charset="0"/>
              </a:rPr>
              <a:t>Geophysics</a:t>
            </a:r>
            <a:r>
              <a:rPr lang="pt-BR" sz="800" i="1" dirty="0">
                <a:latin typeface="Arial" panose="020B0604020202020204" pitchFamily="34" charset="0"/>
                <a:ea typeface="Times New Roman" panose="02020603050405020304" pitchFamily="18" charset="0"/>
              </a:rPr>
              <a:t> in </a:t>
            </a:r>
            <a:r>
              <a:rPr lang="pt-BR" sz="800" i="1" dirty="0" err="1">
                <a:latin typeface="Arial" panose="020B0604020202020204" pitchFamily="34" charset="0"/>
                <a:ea typeface="Times New Roman" panose="02020603050405020304" pitchFamily="18" charset="0"/>
              </a:rPr>
              <a:t>September</a:t>
            </a:r>
            <a:r>
              <a:rPr lang="pt-BR" sz="800" i="1" dirty="0">
                <a:latin typeface="Arial" panose="020B0604020202020204" pitchFamily="34" charset="0"/>
                <a:ea typeface="Times New Roman" panose="02020603050405020304" pitchFamily="18" charset="0"/>
              </a:rPr>
              <a:t> 2026. They </a:t>
            </a:r>
            <a:r>
              <a:rPr lang="pt-BR" sz="800" i="1" dirty="0" err="1">
                <a:latin typeface="Arial" panose="020B0604020202020204" pitchFamily="34" charset="0"/>
                <a:ea typeface="Times New Roman" panose="02020603050405020304" pitchFamily="18" charset="0"/>
              </a:rPr>
              <a:t>can</a:t>
            </a:r>
            <a:r>
              <a:rPr lang="pt-BR" sz="800" i="1" dirty="0"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pt-BR" sz="800" i="1" dirty="0" err="1">
                <a:latin typeface="Arial" panose="020B0604020202020204" pitchFamily="34" charset="0"/>
                <a:ea typeface="Times New Roman" panose="02020603050405020304" pitchFamily="18" charset="0"/>
              </a:rPr>
              <a:t>be</a:t>
            </a:r>
            <a:r>
              <a:rPr lang="pt-BR" sz="800" i="1" dirty="0"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pt-BR" sz="800" i="1" dirty="0" err="1">
                <a:latin typeface="Arial" panose="020B0604020202020204" pitchFamily="34" charset="0"/>
                <a:ea typeface="Times New Roman" panose="02020603050405020304" pitchFamily="18" charset="0"/>
              </a:rPr>
              <a:t>widely</a:t>
            </a:r>
            <a:r>
              <a:rPr lang="pt-BR" sz="800" i="1" dirty="0"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pt-BR" sz="800" i="1" dirty="0" err="1">
                <a:latin typeface="Arial" panose="020B0604020202020204" pitchFamily="34" charset="0"/>
                <a:ea typeface="Times New Roman" panose="02020603050405020304" pitchFamily="18" charset="0"/>
              </a:rPr>
              <a:t>used</a:t>
            </a:r>
            <a:r>
              <a:rPr lang="pt-BR" sz="800" i="1" dirty="0">
                <a:latin typeface="Arial" panose="020B0604020202020204" pitchFamily="34" charset="0"/>
                <a:ea typeface="Times New Roman" panose="02020603050405020304" pitchFamily="18" charset="0"/>
              </a:rPr>
              <a:t> in </a:t>
            </a:r>
            <a:r>
              <a:rPr lang="pt-BR" sz="800" i="1" dirty="0" err="1">
                <a:latin typeface="Arial" panose="020B0604020202020204" pitchFamily="34" charset="0"/>
                <a:ea typeface="Times New Roman" panose="02020603050405020304" pitchFamily="18" charset="0"/>
              </a:rPr>
              <a:t>lectures</a:t>
            </a:r>
            <a:r>
              <a:rPr lang="pt-BR" sz="800" i="1" dirty="0"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pt-BR" sz="800" i="1" dirty="0" err="1">
                <a:latin typeface="Arial" panose="020B0604020202020204" pitchFamily="34" charset="0"/>
                <a:ea typeface="Times New Roman" panose="02020603050405020304" pitchFamily="18" charset="0"/>
              </a:rPr>
              <a:t>and</a:t>
            </a:r>
            <a:r>
              <a:rPr lang="pt-BR" sz="800" i="1" dirty="0"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pt-BR" sz="800" i="1" dirty="0" err="1">
                <a:latin typeface="Arial" panose="020B0604020202020204" pitchFamily="34" charset="0"/>
                <a:ea typeface="Times New Roman" panose="02020603050405020304" pitchFamily="18" charset="0"/>
              </a:rPr>
              <a:t>courses</a:t>
            </a:r>
            <a:r>
              <a:rPr lang="pt-BR" sz="800" i="1" dirty="0">
                <a:latin typeface="Arial" panose="020B0604020202020204" pitchFamily="34" charset="0"/>
                <a:ea typeface="Times New Roman" panose="02020603050405020304" pitchFamily="18" charset="0"/>
              </a:rPr>
              <a:t>.</a:t>
            </a:r>
            <a:endParaRPr lang="en-GB" dirty="0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72A9E6CB-4721-BFAC-A9CB-C0ED5A9336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96522" y="6012891"/>
            <a:ext cx="1243285" cy="4380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9482391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 animBg="1"/>
      <p:bldP spid="45" grpId="0" animBg="1"/>
      <p:bldP spid="47" grpId="0" animBg="1"/>
      <p:bldP spid="65" grpId="0" animBg="1"/>
      <p:bldP spid="68" grpId="0" animBg="1"/>
      <p:bldP spid="69" grpId="0" animBg="1"/>
      <p:bldP spid="70" grpId="0" animBg="1"/>
      <p:bldP spid="76" grpId="0" animBg="1"/>
      <p:bldP spid="77" grpId="0"/>
      <p:bldP spid="5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5B1BD47-0281-44D6-8983-A3251CB97722}"/>
              </a:ext>
            </a:extLst>
          </p:cNvPr>
          <p:cNvSpPr/>
          <p:nvPr/>
        </p:nvSpPr>
        <p:spPr>
          <a:xfrm>
            <a:off x="113183" y="337539"/>
            <a:ext cx="7803055" cy="4000045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FA80F84-333C-43D5-8B81-ADD10FF9E411}"/>
              </a:ext>
            </a:extLst>
          </p:cNvPr>
          <p:cNvCxnSpPr>
            <a:cxnSpLocks/>
          </p:cNvCxnSpPr>
          <p:nvPr/>
        </p:nvCxnSpPr>
        <p:spPr>
          <a:xfrm>
            <a:off x="719570" y="378270"/>
            <a:ext cx="4320055" cy="242450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C394606-4DE7-4A3C-BF11-BE8DA1D9F37C}"/>
              </a:ext>
            </a:extLst>
          </p:cNvPr>
          <p:cNvCxnSpPr>
            <a:cxnSpLocks/>
          </p:cNvCxnSpPr>
          <p:nvPr/>
        </p:nvCxnSpPr>
        <p:spPr>
          <a:xfrm flipV="1">
            <a:off x="5029581" y="414012"/>
            <a:ext cx="1818179" cy="2388758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BFA04F0A-640E-4D37-A4CB-5C6DDDF3E13B}"/>
              </a:ext>
            </a:extLst>
          </p:cNvPr>
          <p:cNvCxnSpPr>
            <a:cxnSpLocks/>
          </p:cNvCxnSpPr>
          <p:nvPr/>
        </p:nvCxnSpPr>
        <p:spPr>
          <a:xfrm>
            <a:off x="719570" y="378270"/>
            <a:ext cx="1618554" cy="2915953"/>
          </a:xfrm>
          <a:prstGeom prst="straightConnector1">
            <a:avLst/>
          </a:prstGeom>
          <a:ln w="127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51E0E3B3-744C-4981-893F-3C6F977B3B60}"/>
              </a:ext>
            </a:extLst>
          </p:cNvPr>
          <p:cNvCxnSpPr>
            <a:cxnSpLocks/>
          </p:cNvCxnSpPr>
          <p:nvPr/>
        </p:nvCxnSpPr>
        <p:spPr>
          <a:xfrm flipV="1">
            <a:off x="2347059" y="378270"/>
            <a:ext cx="4491766" cy="2909996"/>
          </a:xfrm>
          <a:prstGeom prst="straightConnector1">
            <a:avLst/>
          </a:prstGeom>
          <a:ln w="127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6E1B6C95-2947-4C89-9A8A-97769E4A83E0}"/>
              </a:ext>
            </a:extLst>
          </p:cNvPr>
          <p:cNvCxnSpPr>
            <a:cxnSpLocks/>
          </p:cNvCxnSpPr>
          <p:nvPr/>
        </p:nvCxnSpPr>
        <p:spPr>
          <a:xfrm>
            <a:off x="2177285" y="2368088"/>
            <a:ext cx="166797" cy="927228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D74C7859-D95B-4094-9C43-2E2532F46114}"/>
              </a:ext>
            </a:extLst>
          </p:cNvPr>
          <p:cNvCxnSpPr>
            <a:cxnSpLocks/>
          </p:cNvCxnSpPr>
          <p:nvPr/>
        </p:nvCxnSpPr>
        <p:spPr>
          <a:xfrm>
            <a:off x="4879964" y="1906664"/>
            <a:ext cx="166797" cy="927228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5F80526D-9FA0-40E8-9551-7B2135CD67B6}"/>
              </a:ext>
            </a:extLst>
          </p:cNvPr>
          <p:cNvCxnSpPr>
            <a:cxnSpLocks/>
          </p:cNvCxnSpPr>
          <p:nvPr/>
        </p:nvCxnSpPr>
        <p:spPr>
          <a:xfrm flipH="1">
            <a:off x="113183" y="2453684"/>
            <a:ext cx="7839413" cy="0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B691C282-4C00-4561-973F-9BCB79A4973D}"/>
              </a:ext>
            </a:extLst>
          </p:cNvPr>
          <p:cNvSpPr/>
          <p:nvPr/>
        </p:nvSpPr>
        <p:spPr>
          <a:xfrm>
            <a:off x="2042921" y="2667922"/>
            <a:ext cx="190955" cy="96128"/>
          </a:xfrm>
          <a:custGeom>
            <a:avLst/>
            <a:gdLst>
              <a:gd name="connsiteX0" fmla="*/ 3310 w 190955"/>
              <a:gd name="connsiteY0" fmla="*/ 96128 h 96128"/>
              <a:gd name="connsiteX1" fmla="*/ 331 w 190955"/>
              <a:gd name="connsiteY1" fmla="*/ 81235 h 96128"/>
              <a:gd name="connsiteX2" fmla="*/ 9267 w 190955"/>
              <a:gd name="connsiteY2" fmla="*/ 75278 h 96128"/>
              <a:gd name="connsiteX3" fmla="*/ 15224 w 190955"/>
              <a:gd name="connsiteY3" fmla="*/ 60385 h 96128"/>
              <a:gd name="connsiteX4" fmla="*/ 33095 w 190955"/>
              <a:gd name="connsiteY4" fmla="*/ 39536 h 96128"/>
              <a:gd name="connsiteX5" fmla="*/ 50966 w 190955"/>
              <a:gd name="connsiteY5" fmla="*/ 18686 h 96128"/>
              <a:gd name="connsiteX6" fmla="*/ 62880 w 190955"/>
              <a:gd name="connsiteY6" fmla="*/ 9751 h 96128"/>
              <a:gd name="connsiteX7" fmla="*/ 71815 w 190955"/>
              <a:gd name="connsiteY7" fmla="*/ 6772 h 96128"/>
              <a:gd name="connsiteX8" fmla="*/ 80751 w 190955"/>
              <a:gd name="connsiteY8" fmla="*/ 815 h 96128"/>
              <a:gd name="connsiteX9" fmla="*/ 190955 w 190955"/>
              <a:gd name="connsiteY9" fmla="*/ 815 h 961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90955" h="96128">
                <a:moveTo>
                  <a:pt x="3310" y="96128"/>
                </a:moveTo>
                <a:cubicBezTo>
                  <a:pt x="2317" y="91164"/>
                  <a:pt x="-1060" y="86103"/>
                  <a:pt x="331" y="81235"/>
                </a:cubicBezTo>
                <a:cubicBezTo>
                  <a:pt x="1314" y="77793"/>
                  <a:pt x="7186" y="78191"/>
                  <a:pt x="9267" y="75278"/>
                </a:cubicBezTo>
                <a:cubicBezTo>
                  <a:pt x="12375" y="70927"/>
                  <a:pt x="12833" y="65167"/>
                  <a:pt x="15224" y="60385"/>
                </a:cubicBezTo>
                <a:cubicBezTo>
                  <a:pt x="23307" y="44219"/>
                  <a:pt x="21008" y="47593"/>
                  <a:pt x="33095" y="39536"/>
                </a:cubicBezTo>
                <a:cubicBezTo>
                  <a:pt x="37737" y="20965"/>
                  <a:pt x="32195" y="31200"/>
                  <a:pt x="50966" y="18686"/>
                </a:cubicBezTo>
                <a:cubicBezTo>
                  <a:pt x="55096" y="15932"/>
                  <a:pt x="58570" y="12214"/>
                  <a:pt x="62880" y="9751"/>
                </a:cubicBezTo>
                <a:cubicBezTo>
                  <a:pt x="65606" y="8193"/>
                  <a:pt x="69007" y="8176"/>
                  <a:pt x="71815" y="6772"/>
                </a:cubicBezTo>
                <a:cubicBezTo>
                  <a:pt x="75017" y="5171"/>
                  <a:pt x="77176" y="994"/>
                  <a:pt x="80751" y="815"/>
                </a:cubicBezTo>
                <a:cubicBezTo>
                  <a:pt x="117440" y="-1019"/>
                  <a:pt x="154220" y="815"/>
                  <a:pt x="190955" y="815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4AA607EF-C2FB-4AAD-B9C8-EDE144A57E29}"/>
              </a:ext>
            </a:extLst>
          </p:cNvPr>
          <p:cNvSpPr/>
          <p:nvPr/>
        </p:nvSpPr>
        <p:spPr>
          <a:xfrm>
            <a:off x="2287489" y="2954649"/>
            <a:ext cx="360399" cy="131079"/>
          </a:xfrm>
          <a:custGeom>
            <a:avLst/>
            <a:gdLst>
              <a:gd name="connsiteX0" fmla="*/ 0 w 360399"/>
              <a:gd name="connsiteY0" fmla="*/ 17896 h 131079"/>
              <a:gd name="connsiteX1" fmla="*/ 17871 w 360399"/>
              <a:gd name="connsiteY1" fmla="*/ 3003 h 131079"/>
              <a:gd name="connsiteX2" fmla="*/ 137011 w 360399"/>
              <a:gd name="connsiteY2" fmla="*/ 5982 h 131079"/>
              <a:gd name="connsiteX3" fmla="*/ 145947 w 360399"/>
              <a:gd name="connsiteY3" fmla="*/ 8960 h 131079"/>
              <a:gd name="connsiteX4" fmla="*/ 160839 w 360399"/>
              <a:gd name="connsiteY4" fmla="*/ 14917 h 131079"/>
              <a:gd name="connsiteX5" fmla="*/ 175732 w 360399"/>
              <a:gd name="connsiteY5" fmla="*/ 17896 h 131079"/>
              <a:gd name="connsiteX6" fmla="*/ 184667 w 360399"/>
              <a:gd name="connsiteY6" fmla="*/ 23853 h 131079"/>
              <a:gd name="connsiteX7" fmla="*/ 223388 w 360399"/>
              <a:gd name="connsiteY7" fmla="*/ 29810 h 131079"/>
              <a:gd name="connsiteX8" fmla="*/ 235302 w 360399"/>
              <a:gd name="connsiteY8" fmla="*/ 35767 h 131079"/>
              <a:gd name="connsiteX9" fmla="*/ 262108 w 360399"/>
              <a:gd name="connsiteY9" fmla="*/ 53638 h 131079"/>
              <a:gd name="connsiteX10" fmla="*/ 282958 w 360399"/>
              <a:gd name="connsiteY10" fmla="*/ 68530 h 131079"/>
              <a:gd name="connsiteX11" fmla="*/ 300829 w 360399"/>
              <a:gd name="connsiteY11" fmla="*/ 83423 h 131079"/>
              <a:gd name="connsiteX12" fmla="*/ 312743 w 360399"/>
              <a:gd name="connsiteY12" fmla="*/ 92358 h 131079"/>
              <a:gd name="connsiteX13" fmla="*/ 333592 w 360399"/>
              <a:gd name="connsiteY13" fmla="*/ 98315 h 131079"/>
              <a:gd name="connsiteX14" fmla="*/ 339549 w 360399"/>
              <a:gd name="connsiteY14" fmla="*/ 110229 h 131079"/>
              <a:gd name="connsiteX15" fmla="*/ 348485 w 360399"/>
              <a:gd name="connsiteY15" fmla="*/ 113208 h 131079"/>
              <a:gd name="connsiteX16" fmla="*/ 360399 w 360399"/>
              <a:gd name="connsiteY16" fmla="*/ 131079 h 1310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60399" h="131079">
                <a:moveTo>
                  <a:pt x="0" y="17896"/>
                </a:moveTo>
                <a:cubicBezTo>
                  <a:pt x="5957" y="12932"/>
                  <a:pt x="10515" y="5455"/>
                  <a:pt x="17871" y="3003"/>
                </a:cubicBezTo>
                <a:cubicBezTo>
                  <a:pt x="42154" y="-5091"/>
                  <a:pt x="133147" y="5706"/>
                  <a:pt x="137011" y="5982"/>
                </a:cubicBezTo>
                <a:cubicBezTo>
                  <a:pt x="139990" y="6975"/>
                  <a:pt x="143007" y="7858"/>
                  <a:pt x="145947" y="8960"/>
                </a:cubicBezTo>
                <a:cubicBezTo>
                  <a:pt x="150953" y="10837"/>
                  <a:pt x="155718" y="13381"/>
                  <a:pt x="160839" y="14917"/>
                </a:cubicBezTo>
                <a:cubicBezTo>
                  <a:pt x="165688" y="16372"/>
                  <a:pt x="170768" y="16903"/>
                  <a:pt x="175732" y="17896"/>
                </a:cubicBezTo>
                <a:cubicBezTo>
                  <a:pt x="178710" y="19882"/>
                  <a:pt x="181271" y="22721"/>
                  <a:pt x="184667" y="23853"/>
                </a:cubicBezTo>
                <a:cubicBezTo>
                  <a:pt x="187761" y="24884"/>
                  <a:pt x="221789" y="29582"/>
                  <a:pt x="223388" y="29810"/>
                </a:cubicBezTo>
                <a:cubicBezTo>
                  <a:pt x="227359" y="31796"/>
                  <a:pt x="231521" y="33440"/>
                  <a:pt x="235302" y="35767"/>
                </a:cubicBezTo>
                <a:cubicBezTo>
                  <a:pt x="244448" y="41395"/>
                  <a:pt x="253517" y="47195"/>
                  <a:pt x="262108" y="53638"/>
                </a:cubicBezTo>
                <a:cubicBezTo>
                  <a:pt x="276886" y="64721"/>
                  <a:pt x="269892" y="59820"/>
                  <a:pt x="282958" y="68530"/>
                </a:cubicBezTo>
                <a:cubicBezTo>
                  <a:pt x="293118" y="83771"/>
                  <a:pt x="283554" y="72627"/>
                  <a:pt x="300829" y="83423"/>
                </a:cubicBezTo>
                <a:cubicBezTo>
                  <a:pt x="305039" y="86054"/>
                  <a:pt x="308433" y="89895"/>
                  <a:pt x="312743" y="92358"/>
                </a:cubicBezTo>
                <a:cubicBezTo>
                  <a:pt x="316070" y="94259"/>
                  <a:pt x="331007" y="97669"/>
                  <a:pt x="333592" y="98315"/>
                </a:cubicBezTo>
                <a:cubicBezTo>
                  <a:pt x="335578" y="102286"/>
                  <a:pt x="336409" y="107089"/>
                  <a:pt x="339549" y="110229"/>
                </a:cubicBezTo>
                <a:cubicBezTo>
                  <a:pt x="341769" y="112449"/>
                  <a:pt x="346265" y="110988"/>
                  <a:pt x="348485" y="113208"/>
                </a:cubicBezTo>
                <a:cubicBezTo>
                  <a:pt x="353547" y="118270"/>
                  <a:pt x="360399" y="131079"/>
                  <a:pt x="360399" y="131079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52ADF4CD-5039-4284-A4EC-FC46C4B04F11}"/>
              </a:ext>
            </a:extLst>
          </p:cNvPr>
          <p:cNvSpPr/>
          <p:nvPr/>
        </p:nvSpPr>
        <p:spPr>
          <a:xfrm rot="19075384">
            <a:off x="4618492" y="2415372"/>
            <a:ext cx="360399" cy="131079"/>
          </a:xfrm>
          <a:custGeom>
            <a:avLst/>
            <a:gdLst>
              <a:gd name="connsiteX0" fmla="*/ 0 w 360399"/>
              <a:gd name="connsiteY0" fmla="*/ 17896 h 131079"/>
              <a:gd name="connsiteX1" fmla="*/ 17871 w 360399"/>
              <a:gd name="connsiteY1" fmla="*/ 3003 h 131079"/>
              <a:gd name="connsiteX2" fmla="*/ 137011 w 360399"/>
              <a:gd name="connsiteY2" fmla="*/ 5982 h 131079"/>
              <a:gd name="connsiteX3" fmla="*/ 145947 w 360399"/>
              <a:gd name="connsiteY3" fmla="*/ 8960 h 131079"/>
              <a:gd name="connsiteX4" fmla="*/ 160839 w 360399"/>
              <a:gd name="connsiteY4" fmla="*/ 14917 h 131079"/>
              <a:gd name="connsiteX5" fmla="*/ 175732 w 360399"/>
              <a:gd name="connsiteY5" fmla="*/ 17896 h 131079"/>
              <a:gd name="connsiteX6" fmla="*/ 184667 w 360399"/>
              <a:gd name="connsiteY6" fmla="*/ 23853 h 131079"/>
              <a:gd name="connsiteX7" fmla="*/ 223388 w 360399"/>
              <a:gd name="connsiteY7" fmla="*/ 29810 h 131079"/>
              <a:gd name="connsiteX8" fmla="*/ 235302 w 360399"/>
              <a:gd name="connsiteY8" fmla="*/ 35767 h 131079"/>
              <a:gd name="connsiteX9" fmla="*/ 262108 w 360399"/>
              <a:gd name="connsiteY9" fmla="*/ 53638 h 131079"/>
              <a:gd name="connsiteX10" fmla="*/ 282958 w 360399"/>
              <a:gd name="connsiteY10" fmla="*/ 68530 h 131079"/>
              <a:gd name="connsiteX11" fmla="*/ 300829 w 360399"/>
              <a:gd name="connsiteY11" fmla="*/ 83423 h 131079"/>
              <a:gd name="connsiteX12" fmla="*/ 312743 w 360399"/>
              <a:gd name="connsiteY12" fmla="*/ 92358 h 131079"/>
              <a:gd name="connsiteX13" fmla="*/ 333592 w 360399"/>
              <a:gd name="connsiteY13" fmla="*/ 98315 h 131079"/>
              <a:gd name="connsiteX14" fmla="*/ 339549 w 360399"/>
              <a:gd name="connsiteY14" fmla="*/ 110229 h 131079"/>
              <a:gd name="connsiteX15" fmla="*/ 348485 w 360399"/>
              <a:gd name="connsiteY15" fmla="*/ 113208 h 131079"/>
              <a:gd name="connsiteX16" fmla="*/ 360399 w 360399"/>
              <a:gd name="connsiteY16" fmla="*/ 131079 h 1310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60399" h="131079">
                <a:moveTo>
                  <a:pt x="0" y="17896"/>
                </a:moveTo>
                <a:cubicBezTo>
                  <a:pt x="5957" y="12932"/>
                  <a:pt x="10515" y="5455"/>
                  <a:pt x="17871" y="3003"/>
                </a:cubicBezTo>
                <a:cubicBezTo>
                  <a:pt x="42154" y="-5091"/>
                  <a:pt x="133147" y="5706"/>
                  <a:pt x="137011" y="5982"/>
                </a:cubicBezTo>
                <a:cubicBezTo>
                  <a:pt x="139990" y="6975"/>
                  <a:pt x="143007" y="7858"/>
                  <a:pt x="145947" y="8960"/>
                </a:cubicBezTo>
                <a:cubicBezTo>
                  <a:pt x="150953" y="10837"/>
                  <a:pt x="155718" y="13381"/>
                  <a:pt x="160839" y="14917"/>
                </a:cubicBezTo>
                <a:cubicBezTo>
                  <a:pt x="165688" y="16372"/>
                  <a:pt x="170768" y="16903"/>
                  <a:pt x="175732" y="17896"/>
                </a:cubicBezTo>
                <a:cubicBezTo>
                  <a:pt x="178710" y="19882"/>
                  <a:pt x="181271" y="22721"/>
                  <a:pt x="184667" y="23853"/>
                </a:cubicBezTo>
                <a:cubicBezTo>
                  <a:pt x="187761" y="24884"/>
                  <a:pt x="221789" y="29582"/>
                  <a:pt x="223388" y="29810"/>
                </a:cubicBezTo>
                <a:cubicBezTo>
                  <a:pt x="227359" y="31796"/>
                  <a:pt x="231521" y="33440"/>
                  <a:pt x="235302" y="35767"/>
                </a:cubicBezTo>
                <a:cubicBezTo>
                  <a:pt x="244448" y="41395"/>
                  <a:pt x="253517" y="47195"/>
                  <a:pt x="262108" y="53638"/>
                </a:cubicBezTo>
                <a:cubicBezTo>
                  <a:pt x="276886" y="64721"/>
                  <a:pt x="269892" y="59820"/>
                  <a:pt x="282958" y="68530"/>
                </a:cubicBezTo>
                <a:cubicBezTo>
                  <a:pt x="293118" y="83771"/>
                  <a:pt x="283554" y="72627"/>
                  <a:pt x="300829" y="83423"/>
                </a:cubicBezTo>
                <a:cubicBezTo>
                  <a:pt x="305039" y="86054"/>
                  <a:pt x="308433" y="89895"/>
                  <a:pt x="312743" y="92358"/>
                </a:cubicBezTo>
                <a:cubicBezTo>
                  <a:pt x="316070" y="94259"/>
                  <a:pt x="331007" y="97669"/>
                  <a:pt x="333592" y="98315"/>
                </a:cubicBezTo>
                <a:cubicBezTo>
                  <a:pt x="335578" y="102286"/>
                  <a:pt x="336409" y="107089"/>
                  <a:pt x="339549" y="110229"/>
                </a:cubicBezTo>
                <a:cubicBezTo>
                  <a:pt x="341769" y="112449"/>
                  <a:pt x="346265" y="110988"/>
                  <a:pt x="348485" y="113208"/>
                </a:cubicBezTo>
                <a:cubicBezTo>
                  <a:pt x="353547" y="118270"/>
                  <a:pt x="360399" y="131079"/>
                  <a:pt x="360399" y="131079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5" name="Freeform: Shape 44">
            <a:extLst>
              <a:ext uri="{FF2B5EF4-FFF2-40B4-BE49-F238E27FC236}">
                <a16:creationId xmlns:a16="http://schemas.microsoft.com/office/drawing/2014/main" id="{C73F8657-2E1A-4EE2-9E56-1EB832D4575E}"/>
              </a:ext>
            </a:extLst>
          </p:cNvPr>
          <p:cNvSpPr/>
          <p:nvPr/>
        </p:nvSpPr>
        <p:spPr>
          <a:xfrm rot="2575814">
            <a:off x="4998256" y="2519636"/>
            <a:ext cx="190955" cy="96128"/>
          </a:xfrm>
          <a:custGeom>
            <a:avLst/>
            <a:gdLst>
              <a:gd name="connsiteX0" fmla="*/ 3310 w 190955"/>
              <a:gd name="connsiteY0" fmla="*/ 96128 h 96128"/>
              <a:gd name="connsiteX1" fmla="*/ 331 w 190955"/>
              <a:gd name="connsiteY1" fmla="*/ 81235 h 96128"/>
              <a:gd name="connsiteX2" fmla="*/ 9267 w 190955"/>
              <a:gd name="connsiteY2" fmla="*/ 75278 h 96128"/>
              <a:gd name="connsiteX3" fmla="*/ 15224 w 190955"/>
              <a:gd name="connsiteY3" fmla="*/ 60385 h 96128"/>
              <a:gd name="connsiteX4" fmla="*/ 33095 w 190955"/>
              <a:gd name="connsiteY4" fmla="*/ 39536 h 96128"/>
              <a:gd name="connsiteX5" fmla="*/ 50966 w 190955"/>
              <a:gd name="connsiteY5" fmla="*/ 18686 h 96128"/>
              <a:gd name="connsiteX6" fmla="*/ 62880 w 190955"/>
              <a:gd name="connsiteY6" fmla="*/ 9751 h 96128"/>
              <a:gd name="connsiteX7" fmla="*/ 71815 w 190955"/>
              <a:gd name="connsiteY7" fmla="*/ 6772 h 96128"/>
              <a:gd name="connsiteX8" fmla="*/ 80751 w 190955"/>
              <a:gd name="connsiteY8" fmla="*/ 815 h 96128"/>
              <a:gd name="connsiteX9" fmla="*/ 190955 w 190955"/>
              <a:gd name="connsiteY9" fmla="*/ 815 h 961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90955" h="96128">
                <a:moveTo>
                  <a:pt x="3310" y="96128"/>
                </a:moveTo>
                <a:cubicBezTo>
                  <a:pt x="2317" y="91164"/>
                  <a:pt x="-1060" y="86103"/>
                  <a:pt x="331" y="81235"/>
                </a:cubicBezTo>
                <a:cubicBezTo>
                  <a:pt x="1314" y="77793"/>
                  <a:pt x="7186" y="78191"/>
                  <a:pt x="9267" y="75278"/>
                </a:cubicBezTo>
                <a:cubicBezTo>
                  <a:pt x="12375" y="70927"/>
                  <a:pt x="12833" y="65167"/>
                  <a:pt x="15224" y="60385"/>
                </a:cubicBezTo>
                <a:cubicBezTo>
                  <a:pt x="23307" y="44219"/>
                  <a:pt x="21008" y="47593"/>
                  <a:pt x="33095" y="39536"/>
                </a:cubicBezTo>
                <a:cubicBezTo>
                  <a:pt x="37737" y="20965"/>
                  <a:pt x="32195" y="31200"/>
                  <a:pt x="50966" y="18686"/>
                </a:cubicBezTo>
                <a:cubicBezTo>
                  <a:pt x="55096" y="15932"/>
                  <a:pt x="58570" y="12214"/>
                  <a:pt x="62880" y="9751"/>
                </a:cubicBezTo>
                <a:cubicBezTo>
                  <a:pt x="65606" y="8193"/>
                  <a:pt x="69007" y="8176"/>
                  <a:pt x="71815" y="6772"/>
                </a:cubicBezTo>
                <a:cubicBezTo>
                  <a:pt x="75017" y="5171"/>
                  <a:pt x="77176" y="994"/>
                  <a:pt x="80751" y="815"/>
                </a:cubicBezTo>
                <a:cubicBezTo>
                  <a:pt x="117440" y="-1019"/>
                  <a:pt x="154220" y="815"/>
                  <a:pt x="190955" y="815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6" name="Freeform: Shape 45">
            <a:extLst>
              <a:ext uri="{FF2B5EF4-FFF2-40B4-BE49-F238E27FC236}">
                <a16:creationId xmlns:a16="http://schemas.microsoft.com/office/drawing/2014/main" id="{538BF8E4-17B5-42D6-8F44-0AC034B61DC8}"/>
              </a:ext>
            </a:extLst>
          </p:cNvPr>
          <p:cNvSpPr/>
          <p:nvPr/>
        </p:nvSpPr>
        <p:spPr>
          <a:xfrm rot="984316">
            <a:off x="6234798" y="2480524"/>
            <a:ext cx="107585" cy="105413"/>
          </a:xfrm>
          <a:custGeom>
            <a:avLst/>
            <a:gdLst>
              <a:gd name="connsiteX0" fmla="*/ 23828 w 175732"/>
              <a:gd name="connsiteY0" fmla="*/ 0 h 256151"/>
              <a:gd name="connsiteX1" fmla="*/ 8936 w 175732"/>
              <a:gd name="connsiteY1" fmla="*/ 14893 h 256151"/>
              <a:gd name="connsiteX2" fmla="*/ 5957 w 175732"/>
              <a:gd name="connsiteY2" fmla="*/ 26807 h 256151"/>
              <a:gd name="connsiteX3" fmla="*/ 0 w 175732"/>
              <a:gd name="connsiteY3" fmla="*/ 95312 h 256151"/>
              <a:gd name="connsiteX4" fmla="*/ 11914 w 175732"/>
              <a:gd name="connsiteY4" fmla="*/ 145947 h 256151"/>
              <a:gd name="connsiteX5" fmla="*/ 17871 w 175732"/>
              <a:gd name="connsiteY5" fmla="*/ 163818 h 256151"/>
              <a:gd name="connsiteX6" fmla="*/ 38721 w 175732"/>
              <a:gd name="connsiteY6" fmla="*/ 184667 h 256151"/>
              <a:gd name="connsiteX7" fmla="*/ 44678 w 175732"/>
              <a:gd name="connsiteY7" fmla="*/ 193603 h 256151"/>
              <a:gd name="connsiteX8" fmla="*/ 56592 w 175732"/>
              <a:gd name="connsiteY8" fmla="*/ 202538 h 256151"/>
              <a:gd name="connsiteX9" fmla="*/ 65527 w 175732"/>
              <a:gd name="connsiteY9" fmla="*/ 211474 h 256151"/>
              <a:gd name="connsiteX10" fmla="*/ 68506 w 175732"/>
              <a:gd name="connsiteY10" fmla="*/ 220409 h 256151"/>
              <a:gd name="connsiteX11" fmla="*/ 77441 w 175732"/>
              <a:gd name="connsiteY11" fmla="*/ 223388 h 256151"/>
              <a:gd name="connsiteX12" fmla="*/ 110205 w 175732"/>
              <a:gd name="connsiteY12" fmla="*/ 229345 h 256151"/>
              <a:gd name="connsiteX13" fmla="*/ 119140 w 175732"/>
              <a:gd name="connsiteY13" fmla="*/ 235302 h 256151"/>
              <a:gd name="connsiteX14" fmla="*/ 142968 w 175732"/>
              <a:gd name="connsiteY14" fmla="*/ 244237 h 256151"/>
              <a:gd name="connsiteX15" fmla="*/ 163818 w 175732"/>
              <a:gd name="connsiteY15" fmla="*/ 253173 h 256151"/>
              <a:gd name="connsiteX16" fmla="*/ 175732 w 175732"/>
              <a:gd name="connsiteY16" fmla="*/ 256151 h 256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75732" h="256151">
                <a:moveTo>
                  <a:pt x="23828" y="0"/>
                </a:moveTo>
                <a:cubicBezTo>
                  <a:pt x="18864" y="4964"/>
                  <a:pt x="12830" y="9052"/>
                  <a:pt x="8936" y="14893"/>
                </a:cubicBezTo>
                <a:cubicBezTo>
                  <a:pt x="6665" y="18299"/>
                  <a:pt x="6409" y="22738"/>
                  <a:pt x="5957" y="26807"/>
                </a:cubicBezTo>
                <a:cubicBezTo>
                  <a:pt x="3426" y="49588"/>
                  <a:pt x="1986" y="72477"/>
                  <a:pt x="0" y="95312"/>
                </a:cubicBezTo>
                <a:cubicBezTo>
                  <a:pt x="10969" y="166612"/>
                  <a:pt x="-1358" y="112768"/>
                  <a:pt x="11914" y="145947"/>
                </a:cubicBezTo>
                <a:cubicBezTo>
                  <a:pt x="14246" y="151777"/>
                  <a:pt x="14297" y="158655"/>
                  <a:pt x="17871" y="163818"/>
                </a:cubicBezTo>
                <a:cubicBezTo>
                  <a:pt x="23466" y="171899"/>
                  <a:pt x="33269" y="176489"/>
                  <a:pt x="38721" y="184667"/>
                </a:cubicBezTo>
                <a:cubicBezTo>
                  <a:pt x="40707" y="187646"/>
                  <a:pt x="42147" y="191072"/>
                  <a:pt x="44678" y="193603"/>
                </a:cubicBezTo>
                <a:cubicBezTo>
                  <a:pt x="48188" y="197113"/>
                  <a:pt x="52823" y="199307"/>
                  <a:pt x="56592" y="202538"/>
                </a:cubicBezTo>
                <a:cubicBezTo>
                  <a:pt x="59790" y="205279"/>
                  <a:pt x="62549" y="208495"/>
                  <a:pt x="65527" y="211474"/>
                </a:cubicBezTo>
                <a:cubicBezTo>
                  <a:pt x="66520" y="214452"/>
                  <a:pt x="66286" y="218189"/>
                  <a:pt x="68506" y="220409"/>
                </a:cubicBezTo>
                <a:cubicBezTo>
                  <a:pt x="70726" y="222629"/>
                  <a:pt x="74362" y="222772"/>
                  <a:pt x="77441" y="223388"/>
                </a:cubicBezTo>
                <a:cubicBezTo>
                  <a:pt x="130793" y="234058"/>
                  <a:pt x="74891" y="220515"/>
                  <a:pt x="110205" y="229345"/>
                </a:cubicBezTo>
                <a:cubicBezTo>
                  <a:pt x="113183" y="231331"/>
                  <a:pt x="115938" y="233701"/>
                  <a:pt x="119140" y="235302"/>
                </a:cubicBezTo>
                <a:cubicBezTo>
                  <a:pt x="135051" y="243257"/>
                  <a:pt x="130075" y="239080"/>
                  <a:pt x="142968" y="244237"/>
                </a:cubicBezTo>
                <a:cubicBezTo>
                  <a:pt x="149989" y="247045"/>
                  <a:pt x="156712" y="250589"/>
                  <a:pt x="163818" y="253173"/>
                </a:cubicBezTo>
                <a:cubicBezTo>
                  <a:pt x="167665" y="254572"/>
                  <a:pt x="175732" y="256151"/>
                  <a:pt x="175732" y="256151"/>
                </a:cubicBezTo>
              </a:path>
            </a:pathLst>
          </a:cu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934FC4F0-A783-415E-A871-BB20EB559D1B}"/>
              </a:ext>
            </a:extLst>
          </p:cNvPr>
          <p:cNvCxnSpPr>
            <a:cxnSpLocks/>
          </p:cNvCxnSpPr>
          <p:nvPr/>
        </p:nvCxnSpPr>
        <p:spPr>
          <a:xfrm>
            <a:off x="6859510" y="378270"/>
            <a:ext cx="312235" cy="2072639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DA4D017C-F74C-4FC0-A586-F2D336B99CC9}"/>
              </a:ext>
            </a:extLst>
          </p:cNvPr>
          <p:cNvSpPr/>
          <p:nvPr/>
        </p:nvSpPr>
        <p:spPr>
          <a:xfrm rot="11816600">
            <a:off x="6684814" y="584812"/>
            <a:ext cx="198324" cy="96535"/>
          </a:xfrm>
          <a:custGeom>
            <a:avLst/>
            <a:gdLst>
              <a:gd name="connsiteX0" fmla="*/ 3310 w 190955"/>
              <a:gd name="connsiteY0" fmla="*/ 96128 h 96128"/>
              <a:gd name="connsiteX1" fmla="*/ 331 w 190955"/>
              <a:gd name="connsiteY1" fmla="*/ 81235 h 96128"/>
              <a:gd name="connsiteX2" fmla="*/ 9267 w 190955"/>
              <a:gd name="connsiteY2" fmla="*/ 75278 h 96128"/>
              <a:gd name="connsiteX3" fmla="*/ 15224 w 190955"/>
              <a:gd name="connsiteY3" fmla="*/ 60385 h 96128"/>
              <a:gd name="connsiteX4" fmla="*/ 33095 w 190955"/>
              <a:gd name="connsiteY4" fmla="*/ 39536 h 96128"/>
              <a:gd name="connsiteX5" fmla="*/ 50966 w 190955"/>
              <a:gd name="connsiteY5" fmla="*/ 18686 h 96128"/>
              <a:gd name="connsiteX6" fmla="*/ 62880 w 190955"/>
              <a:gd name="connsiteY6" fmla="*/ 9751 h 96128"/>
              <a:gd name="connsiteX7" fmla="*/ 71815 w 190955"/>
              <a:gd name="connsiteY7" fmla="*/ 6772 h 96128"/>
              <a:gd name="connsiteX8" fmla="*/ 80751 w 190955"/>
              <a:gd name="connsiteY8" fmla="*/ 815 h 96128"/>
              <a:gd name="connsiteX9" fmla="*/ 190955 w 190955"/>
              <a:gd name="connsiteY9" fmla="*/ 815 h 96128"/>
              <a:gd name="connsiteX0" fmla="*/ 3310 w 190955"/>
              <a:gd name="connsiteY0" fmla="*/ 100542 h 100542"/>
              <a:gd name="connsiteX1" fmla="*/ 331 w 190955"/>
              <a:gd name="connsiteY1" fmla="*/ 85649 h 100542"/>
              <a:gd name="connsiteX2" fmla="*/ 9267 w 190955"/>
              <a:gd name="connsiteY2" fmla="*/ 79692 h 100542"/>
              <a:gd name="connsiteX3" fmla="*/ 15224 w 190955"/>
              <a:gd name="connsiteY3" fmla="*/ 64799 h 100542"/>
              <a:gd name="connsiteX4" fmla="*/ 33095 w 190955"/>
              <a:gd name="connsiteY4" fmla="*/ 43950 h 100542"/>
              <a:gd name="connsiteX5" fmla="*/ 50966 w 190955"/>
              <a:gd name="connsiteY5" fmla="*/ 23100 h 100542"/>
              <a:gd name="connsiteX6" fmla="*/ 62880 w 190955"/>
              <a:gd name="connsiteY6" fmla="*/ 14165 h 100542"/>
              <a:gd name="connsiteX7" fmla="*/ 71815 w 190955"/>
              <a:gd name="connsiteY7" fmla="*/ 11186 h 100542"/>
              <a:gd name="connsiteX8" fmla="*/ 136272 w 190955"/>
              <a:gd name="connsiteY8" fmla="*/ 315 h 100542"/>
              <a:gd name="connsiteX9" fmla="*/ 190955 w 190955"/>
              <a:gd name="connsiteY9" fmla="*/ 5229 h 100542"/>
              <a:gd name="connsiteX0" fmla="*/ 3310 w 190955"/>
              <a:gd name="connsiteY0" fmla="*/ 100542 h 100542"/>
              <a:gd name="connsiteX1" fmla="*/ 331 w 190955"/>
              <a:gd name="connsiteY1" fmla="*/ 85649 h 100542"/>
              <a:gd name="connsiteX2" fmla="*/ 9267 w 190955"/>
              <a:gd name="connsiteY2" fmla="*/ 79692 h 100542"/>
              <a:gd name="connsiteX3" fmla="*/ 15224 w 190955"/>
              <a:gd name="connsiteY3" fmla="*/ 64799 h 100542"/>
              <a:gd name="connsiteX4" fmla="*/ 50966 w 190955"/>
              <a:gd name="connsiteY4" fmla="*/ 23100 h 100542"/>
              <a:gd name="connsiteX5" fmla="*/ 62880 w 190955"/>
              <a:gd name="connsiteY5" fmla="*/ 14165 h 100542"/>
              <a:gd name="connsiteX6" fmla="*/ 71815 w 190955"/>
              <a:gd name="connsiteY6" fmla="*/ 11186 h 100542"/>
              <a:gd name="connsiteX7" fmla="*/ 136272 w 190955"/>
              <a:gd name="connsiteY7" fmla="*/ 315 h 100542"/>
              <a:gd name="connsiteX8" fmla="*/ 190955 w 190955"/>
              <a:gd name="connsiteY8" fmla="*/ 5229 h 100542"/>
              <a:gd name="connsiteX0" fmla="*/ 3310 w 190955"/>
              <a:gd name="connsiteY0" fmla="*/ 100542 h 100542"/>
              <a:gd name="connsiteX1" fmla="*/ 331 w 190955"/>
              <a:gd name="connsiteY1" fmla="*/ 85649 h 100542"/>
              <a:gd name="connsiteX2" fmla="*/ 9267 w 190955"/>
              <a:gd name="connsiteY2" fmla="*/ 79692 h 100542"/>
              <a:gd name="connsiteX3" fmla="*/ 50966 w 190955"/>
              <a:gd name="connsiteY3" fmla="*/ 23100 h 100542"/>
              <a:gd name="connsiteX4" fmla="*/ 62880 w 190955"/>
              <a:gd name="connsiteY4" fmla="*/ 14165 h 100542"/>
              <a:gd name="connsiteX5" fmla="*/ 71815 w 190955"/>
              <a:gd name="connsiteY5" fmla="*/ 11186 h 100542"/>
              <a:gd name="connsiteX6" fmla="*/ 136272 w 190955"/>
              <a:gd name="connsiteY6" fmla="*/ 315 h 100542"/>
              <a:gd name="connsiteX7" fmla="*/ 190955 w 190955"/>
              <a:gd name="connsiteY7" fmla="*/ 5229 h 1005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90955" h="100542">
                <a:moveTo>
                  <a:pt x="3310" y="100542"/>
                </a:moveTo>
                <a:cubicBezTo>
                  <a:pt x="2317" y="95578"/>
                  <a:pt x="-1060" y="90517"/>
                  <a:pt x="331" y="85649"/>
                </a:cubicBezTo>
                <a:cubicBezTo>
                  <a:pt x="1314" y="82207"/>
                  <a:pt x="828" y="90117"/>
                  <a:pt x="9267" y="79692"/>
                </a:cubicBezTo>
                <a:cubicBezTo>
                  <a:pt x="17706" y="69267"/>
                  <a:pt x="42031" y="34021"/>
                  <a:pt x="50966" y="23100"/>
                </a:cubicBezTo>
                <a:cubicBezTo>
                  <a:pt x="59902" y="12179"/>
                  <a:pt x="58570" y="16628"/>
                  <a:pt x="62880" y="14165"/>
                </a:cubicBezTo>
                <a:cubicBezTo>
                  <a:pt x="65606" y="12607"/>
                  <a:pt x="59583" y="13494"/>
                  <a:pt x="71815" y="11186"/>
                </a:cubicBezTo>
                <a:cubicBezTo>
                  <a:pt x="84047" y="8878"/>
                  <a:pt x="132697" y="494"/>
                  <a:pt x="136272" y="315"/>
                </a:cubicBezTo>
                <a:cubicBezTo>
                  <a:pt x="172961" y="-1519"/>
                  <a:pt x="154220" y="5229"/>
                  <a:pt x="190955" y="5229"/>
                </a:cubicBezTo>
              </a:path>
            </a:pathLst>
          </a:cu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1" name="Freeform: Shape 50">
            <a:extLst>
              <a:ext uri="{FF2B5EF4-FFF2-40B4-BE49-F238E27FC236}">
                <a16:creationId xmlns:a16="http://schemas.microsoft.com/office/drawing/2014/main" id="{28F55A22-E5A1-4503-988A-ED167CE4A503}"/>
              </a:ext>
            </a:extLst>
          </p:cNvPr>
          <p:cNvSpPr/>
          <p:nvPr/>
        </p:nvSpPr>
        <p:spPr>
          <a:xfrm>
            <a:off x="6284638" y="747603"/>
            <a:ext cx="655271" cy="217431"/>
          </a:xfrm>
          <a:custGeom>
            <a:avLst/>
            <a:gdLst>
              <a:gd name="connsiteX0" fmla="*/ 0 w 655271"/>
              <a:gd name="connsiteY0" fmla="*/ 0 h 217431"/>
              <a:gd name="connsiteX1" fmla="*/ 11914 w 655271"/>
              <a:gd name="connsiteY1" fmla="*/ 14893 h 217431"/>
              <a:gd name="connsiteX2" fmla="*/ 29785 w 655271"/>
              <a:gd name="connsiteY2" fmla="*/ 32764 h 217431"/>
              <a:gd name="connsiteX3" fmla="*/ 59570 w 655271"/>
              <a:gd name="connsiteY3" fmla="*/ 77441 h 217431"/>
              <a:gd name="connsiteX4" fmla="*/ 89355 w 655271"/>
              <a:gd name="connsiteY4" fmla="*/ 95312 h 217431"/>
              <a:gd name="connsiteX5" fmla="*/ 134033 w 655271"/>
              <a:gd name="connsiteY5" fmla="*/ 137011 h 217431"/>
              <a:gd name="connsiteX6" fmla="*/ 148926 w 655271"/>
              <a:gd name="connsiteY6" fmla="*/ 139990 h 217431"/>
              <a:gd name="connsiteX7" fmla="*/ 199560 w 655271"/>
              <a:gd name="connsiteY7" fmla="*/ 169775 h 217431"/>
              <a:gd name="connsiteX8" fmla="*/ 244238 w 655271"/>
              <a:gd name="connsiteY8" fmla="*/ 184668 h 217431"/>
              <a:gd name="connsiteX9" fmla="*/ 318700 w 655271"/>
              <a:gd name="connsiteY9" fmla="*/ 214453 h 217431"/>
              <a:gd name="connsiteX10" fmla="*/ 375292 w 655271"/>
              <a:gd name="connsiteY10" fmla="*/ 217431 h 217431"/>
              <a:gd name="connsiteX11" fmla="*/ 470604 w 655271"/>
              <a:gd name="connsiteY11" fmla="*/ 214453 h 217431"/>
              <a:gd name="connsiteX12" fmla="*/ 512303 w 655271"/>
              <a:gd name="connsiteY12" fmla="*/ 193603 h 217431"/>
              <a:gd name="connsiteX13" fmla="*/ 530174 w 655271"/>
              <a:gd name="connsiteY13" fmla="*/ 187646 h 217431"/>
              <a:gd name="connsiteX14" fmla="*/ 565916 w 655271"/>
              <a:gd name="connsiteY14" fmla="*/ 181689 h 217431"/>
              <a:gd name="connsiteX15" fmla="*/ 574851 w 655271"/>
              <a:gd name="connsiteY15" fmla="*/ 172754 h 217431"/>
              <a:gd name="connsiteX16" fmla="*/ 586765 w 655271"/>
              <a:gd name="connsiteY16" fmla="*/ 169775 h 217431"/>
              <a:gd name="connsiteX17" fmla="*/ 595701 w 655271"/>
              <a:gd name="connsiteY17" fmla="*/ 166797 h 217431"/>
              <a:gd name="connsiteX18" fmla="*/ 616550 w 655271"/>
              <a:gd name="connsiteY18" fmla="*/ 151904 h 217431"/>
              <a:gd name="connsiteX19" fmla="*/ 625486 w 655271"/>
              <a:gd name="connsiteY19" fmla="*/ 142968 h 217431"/>
              <a:gd name="connsiteX20" fmla="*/ 637400 w 655271"/>
              <a:gd name="connsiteY20" fmla="*/ 137011 h 217431"/>
              <a:gd name="connsiteX21" fmla="*/ 655271 w 655271"/>
              <a:gd name="connsiteY21" fmla="*/ 125097 h 217431"/>
              <a:gd name="connsiteX0" fmla="*/ 0 w 655271"/>
              <a:gd name="connsiteY0" fmla="*/ 0 h 217431"/>
              <a:gd name="connsiteX1" fmla="*/ 11914 w 655271"/>
              <a:gd name="connsiteY1" fmla="*/ 14893 h 217431"/>
              <a:gd name="connsiteX2" fmla="*/ 29785 w 655271"/>
              <a:gd name="connsiteY2" fmla="*/ 32764 h 217431"/>
              <a:gd name="connsiteX3" fmla="*/ 65524 w 655271"/>
              <a:gd name="connsiteY3" fmla="*/ 72679 h 217431"/>
              <a:gd name="connsiteX4" fmla="*/ 89355 w 655271"/>
              <a:gd name="connsiteY4" fmla="*/ 95312 h 217431"/>
              <a:gd name="connsiteX5" fmla="*/ 134033 w 655271"/>
              <a:gd name="connsiteY5" fmla="*/ 137011 h 217431"/>
              <a:gd name="connsiteX6" fmla="*/ 148926 w 655271"/>
              <a:gd name="connsiteY6" fmla="*/ 139990 h 217431"/>
              <a:gd name="connsiteX7" fmla="*/ 199560 w 655271"/>
              <a:gd name="connsiteY7" fmla="*/ 169775 h 217431"/>
              <a:gd name="connsiteX8" fmla="*/ 244238 w 655271"/>
              <a:gd name="connsiteY8" fmla="*/ 184668 h 217431"/>
              <a:gd name="connsiteX9" fmla="*/ 318700 w 655271"/>
              <a:gd name="connsiteY9" fmla="*/ 214453 h 217431"/>
              <a:gd name="connsiteX10" fmla="*/ 375292 w 655271"/>
              <a:gd name="connsiteY10" fmla="*/ 217431 h 217431"/>
              <a:gd name="connsiteX11" fmla="*/ 470604 w 655271"/>
              <a:gd name="connsiteY11" fmla="*/ 214453 h 217431"/>
              <a:gd name="connsiteX12" fmla="*/ 512303 w 655271"/>
              <a:gd name="connsiteY12" fmla="*/ 193603 h 217431"/>
              <a:gd name="connsiteX13" fmla="*/ 530174 w 655271"/>
              <a:gd name="connsiteY13" fmla="*/ 187646 h 217431"/>
              <a:gd name="connsiteX14" fmla="*/ 565916 w 655271"/>
              <a:gd name="connsiteY14" fmla="*/ 181689 h 217431"/>
              <a:gd name="connsiteX15" fmla="*/ 574851 w 655271"/>
              <a:gd name="connsiteY15" fmla="*/ 172754 h 217431"/>
              <a:gd name="connsiteX16" fmla="*/ 586765 w 655271"/>
              <a:gd name="connsiteY16" fmla="*/ 169775 h 217431"/>
              <a:gd name="connsiteX17" fmla="*/ 595701 w 655271"/>
              <a:gd name="connsiteY17" fmla="*/ 166797 h 217431"/>
              <a:gd name="connsiteX18" fmla="*/ 616550 w 655271"/>
              <a:gd name="connsiteY18" fmla="*/ 151904 h 217431"/>
              <a:gd name="connsiteX19" fmla="*/ 625486 w 655271"/>
              <a:gd name="connsiteY19" fmla="*/ 142968 h 217431"/>
              <a:gd name="connsiteX20" fmla="*/ 637400 w 655271"/>
              <a:gd name="connsiteY20" fmla="*/ 137011 h 217431"/>
              <a:gd name="connsiteX21" fmla="*/ 655271 w 655271"/>
              <a:gd name="connsiteY21" fmla="*/ 125097 h 217431"/>
              <a:gd name="connsiteX0" fmla="*/ 0 w 655271"/>
              <a:gd name="connsiteY0" fmla="*/ 0 h 217431"/>
              <a:gd name="connsiteX1" fmla="*/ 11914 w 655271"/>
              <a:gd name="connsiteY1" fmla="*/ 14893 h 217431"/>
              <a:gd name="connsiteX2" fmla="*/ 29785 w 655271"/>
              <a:gd name="connsiteY2" fmla="*/ 32764 h 217431"/>
              <a:gd name="connsiteX3" fmla="*/ 65524 w 655271"/>
              <a:gd name="connsiteY3" fmla="*/ 72679 h 217431"/>
              <a:gd name="connsiteX4" fmla="*/ 89355 w 655271"/>
              <a:gd name="connsiteY4" fmla="*/ 95312 h 217431"/>
              <a:gd name="connsiteX5" fmla="*/ 134033 w 655271"/>
              <a:gd name="connsiteY5" fmla="*/ 137011 h 217431"/>
              <a:gd name="connsiteX6" fmla="*/ 150155 w 655271"/>
              <a:gd name="connsiteY6" fmla="*/ 143677 h 217431"/>
              <a:gd name="connsiteX7" fmla="*/ 199560 w 655271"/>
              <a:gd name="connsiteY7" fmla="*/ 169775 h 217431"/>
              <a:gd name="connsiteX8" fmla="*/ 244238 w 655271"/>
              <a:gd name="connsiteY8" fmla="*/ 184668 h 217431"/>
              <a:gd name="connsiteX9" fmla="*/ 318700 w 655271"/>
              <a:gd name="connsiteY9" fmla="*/ 214453 h 217431"/>
              <a:gd name="connsiteX10" fmla="*/ 375292 w 655271"/>
              <a:gd name="connsiteY10" fmla="*/ 217431 h 217431"/>
              <a:gd name="connsiteX11" fmla="*/ 470604 w 655271"/>
              <a:gd name="connsiteY11" fmla="*/ 214453 h 217431"/>
              <a:gd name="connsiteX12" fmla="*/ 512303 w 655271"/>
              <a:gd name="connsiteY12" fmla="*/ 193603 h 217431"/>
              <a:gd name="connsiteX13" fmla="*/ 530174 w 655271"/>
              <a:gd name="connsiteY13" fmla="*/ 187646 h 217431"/>
              <a:gd name="connsiteX14" fmla="*/ 565916 w 655271"/>
              <a:gd name="connsiteY14" fmla="*/ 181689 h 217431"/>
              <a:gd name="connsiteX15" fmla="*/ 574851 w 655271"/>
              <a:gd name="connsiteY15" fmla="*/ 172754 h 217431"/>
              <a:gd name="connsiteX16" fmla="*/ 586765 w 655271"/>
              <a:gd name="connsiteY16" fmla="*/ 169775 h 217431"/>
              <a:gd name="connsiteX17" fmla="*/ 595701 w 655271"/>
              <a:gd name="connsiteY17" fmla="*/ 166797 h 217431"/>
              <a:gd name="connsiteX18" fmla="*/ 616550 w 655271"/>
              <a:gd name="connsiteY18" fmla="*/ 151904 h 217431"/>
              <a:gd name="connsiteX19" fmla="*/ 625486 w 655271"/>
              <a:gd name="connsiteY19" fmla="*/ 142968 h 217431"/>
              <a:gd name="connsiteX20" fmla="*/ 637400 w 655271"/>
              <a:gd name="connsiteY20" fmla="*/ 137011 h 217431"/>
              <a:gd name="connsiteX21" fmla="*/ 655271 w 655271"/>
              <a:gd name="connsiteY21" fmla="*/ 125097 h 217431"/>
              <a:gd name="connsiteX0" fmla="*/ 0 w 655271"/>
              <a:gd name="connsiteY0" fmla="*/ 0 h 217431"/>
              <a:gd name="connsiteX1" fmla="*/ 11914 w 655271"/>
              <a:gd name="connsiteY1" fmla="*/ 14893 h 217431"/>
              <a:gd name="connsiteX2" fmla="*/ 29785 w 655271"/>
              <a:gd name="connsiteY2" fmla="*/ 32764 h 217431"/>
              <a:gd name="connsiteX3" fmla="*/ 65524 w 655271"/>
              <a:gd name="connsiteY3" fmla="*/ 72679 h 217431"/>
              <a:gd name="connsiteX4" fmla="*/ 89355 w 655271"/>
              <a:gd name="connsiteY4" fmla="*/ 95312 h 217431"/>
              <a:gd name="connsiteX5" fmla="*/ 134033 w 655271"/>
              <a:gd name="connsiteY5" fmla="*/ 137011 h 217431"/>
              <a:gd name="connsiteX6" fmla="*/ 150155 w 655271"/>
              <a:gd name="connsiteY6" fmla="*/ 143677 h 217431"/>
              <a:gd name="connsiteX7" fmla="*/ 199560 w 655271"/>
              <a:gd name="connsiteY7" fmla="*/ 169775 h 217431"/>
              <a:gd name="connsiteX8" fmla="*/ 244238 w 655271"/>
              <a:gd name="connsiteY8" fmla="*/ 184668 h 217431"/>
              <a:gd name="connsiteX9" fmla="*/ 318700 w 655271"/>
              <a:gd name="connsiteY9" fmla="*/ 214453 h 217431"/>
              <a:gd name="connsiteX10" fmla="*/ 375292 w 655271"/>
              <a:gd name="connsiteY10" fmla="*/ 217431 h 217431"/>
              <a:gd name="connsiteX11" fmla="*/ 470604 w 655271"/>
              <a:gd name="connsiteY11" fmla="*/ 214453 h 217431"/>
              <a:gd name="connsiteX12" fmla="*/ 512303 w 655271"/>
              <a:gd name="connsiteY12" fmla="*/ 193603 h 217431"/>
              <a:gd name="connsiteX13" fmla="*/ 530174 w 655271"/>
              <a:gd name="connsiteY13" fmla="*/ 187646 h 217431"/>
              <a:gd name="connsiteX14" fmla="*/ 565916 w 655271"/>
              <a:gd name="connsiteY14" fmla="*/ 181689 h 217431"/>
              <a:gd name="connsiteX15" fmla="*/ 574851 w 655271"/>
              <a:gd name="connsiteY15" fmla="*/ 172754 h 217431"/>
              <a:gd name="connsiteX16" fmla="*/ 586765 w 655271"/>
              <a:gd name="connsiteY16" fmla="*/ 169775 h 217431"/>
              <a:gd name="connsiteX17" fmla="*/ 595701 w 655271"/>
              <a:gd name="connsiteY17" fmla="*/ 166797 h 217431"/>
              <a:gd name="connsiteX18" fmla="*/ 616550 w 655271"/>
              <a:gd name="connsiteY18" fmla="*/ 151904 h 217431"/>
              <a:gd name="connsiteX19" fmla="*/ 625486 w 655271"/>
              <a:gd name="connsiteY19" fmla="*/ 142968 h 217431"/>
              <a:gd name="connsiteX20" fmla="*/ 637400 w 655271"/>
              <a:gd name="connsiteY20" fmla="*/ 137011 h 217431"/>
              <a:gd name="connsiteX21" fmla="*/ 655271 w 655271"/>
              <a:gd name="connsiteY21" fmla="*/ 125097 h 217431"/>
              <a:gd name="connsiteX0" fmla="*/ 0 w 655271"/>
              <a:gd name="connsiteY0" fmla="*/ 0 h 217431"/>
              <a:gd name="connsiteX1" fmla="*/ 11914 w 655271"/>
              <a:gd name="connsiteY1" fmla="*/ 14893 h 217431"/>
              <a:gd name="connsiteX2" fmla="*/ 29785 w 655271"/>
              <a:gd name="connsiteY2" fmla="*/ 32764 h 217431"/>
              <a:gd name="connsiteX3" fmla="*/ 65524 w 655271"/>
              <a:gd name="connsiteY3" fmla="*/ 72679 h 217431"/>
              <a:gd name="connsiteX4" fmla="*/ 89355 w 655271"/>
              <a:gd name="connsiteY4" fmla="*/ 95312 h 217431"/>
              <a:gd name="connsiteX5" fmla="*/ 134033 w 655271"/>
              <a:gd name="connsiteY5" fmla="*/ 137011 h 217431"/>
              <a:gd name="connsiteX6" fmla="*/ 150155 w 655271"/>
              <a:gd name="connsiteY6" fmla="*/ 143677 h 217431"/>
              <a:gd name="connsiteX7" fmla="*/ 199560 w 655271"/>
              <a:gd name="connsiteY7" fmla="*/ 169775 h 217431"/>
              <a:gd name="connsiteX8" fmla="*/ 244238 w 655271"/>
              <a:gd name="connsiteY8" fmla="*/ 184668 h 217431"/>
              <a:gd name="connsiteX9" fmla="*/ 318700 w 655271"/>
              <a:gd name="connsiteY9" fmla="*/ 214453 h 217431"/>
              <a:gd name="connsiteX10" fmla="*/ 375292 w 655271"/>
              <a:gd name="connsiteY10" fmla="*/ 217431 h 217431"/>
              <a:gd name="connsiteX11" fmla="*/ 470604 w 655271"/>
              <a:gd name="connsiteY11" fmla="*/ 214453 h 217431"/>
              <a:gd name="connsiteX12" fmla="*/ 512303 w 655271"/>
              <a:gd name="connsiteY12" fmla="*/ 193603 h 217431"/>
              <a:gd name="connsiteX13" fmla="*/ 530174 w 655271"/>
              <a:gd name="connsiteY13" fmla="*/ 187646 h 217431"/>
              <a:gd name="connsiteX14" fmla="*/ 565916 w 655271"/>
              <a:gd name="connsiteY14" fmla="*/ 181689 h 217431"/>
              <a:gd name="connsiteX15" fmla="*/ 574851 w 655271"/>
              <a:gd name="connsiteY15" fmla="*/ 172754 h 217431"/>
              <a:gd name="connsiteX16" fmla="*/ 586765 w 655271"/>
              <a:gd name="connsiteY16" fmla="*/ 169775 h 217431"/>
              <a:gd name="connsiteX17" fmla="*/ 595701 w 655271"/>
              <a:gd name="connsiteY17" fmla="*/ 166797 h 217431"/>
              <a:gd name="connsiteX18" fmla="*/ 616550 w 655271"/>
              <a:gd name="connsiteY18" fmla="*/ 151904 h 217431"/>
              <a:gd name="connsiteX19" fmla="*/ 625486 w 655271"/>
              <a:gd name="connsiteY19" fmla="*/ 142968 h 217431"/>
              <a:gd name="connsiteX20" fmla="*/ 637400 w 655271"/>
              <a:gd name="connsiteY20" fmla="*/ 137011 h 217431"/>
              <a:gd name="connsiteX21" fmla="*/ 655271 w 655271"/>
              <a:gd name="connsiteY21" fmla="*/ 125097 h 217431"/>
              <a:gd name="connsiteX0" fmla="*/ 0 w 655271"/>
              <a:gd name="connsiteY0" fmla="*/ 0 h 217431"/>
              <a:gd name="connsiteX1" fmla="*/ 11914 w 655271"/>
              <a:gd name="connsiteY1" fmla="*/ 14893 h 217431"/>
              <a:gd name="connsiteX2" fmla="*/ 29785 w 655271"/>
              <a:gd name="connsiteY2" fmla="*/ 32764 h 217431"/>
              <a:gd name="connsiteX3" fmla="*/ 65524 w 655271"/>
              <a:gd name="connsiteY3" fmla="*/ 72679 h 217431"/>
              <a:gd name="connsiteX4" fmla="*/ 89355 w 655271"/>
              <a:gd name="connsiteY4" fmla="*/ 95312 h 217431"/>
              <a:gd name="connsiteX5" fmla="*/ 134033 w 655271"/>
              <a:gd name="connsiteY5" fmla="*/ 137011 h 217431"/>
              <a:gd name="connsiteX6" fmla="*/ 150155 w 655271"/>
              <a:gd name="connsiteY6" fmla="*/ 143677 h 217431"/>
              <a:gd name="connsiteX7" fmla="*/ 199560 w 655271"/>
              <a:gd name="connsiteY7" fmla="*/ 169775 h 217431"/>
              <a:gd name="connsiteX8" fmla="*/ 245467 w 655271"/>
              <a:gd name="connsiteY8" fmla="*/ 188355 h 217431"/>
              <a:gd name="connsiteX9" fmla="*/ 318700 w 655271"/>
              <a:gd name="connsiteY9" fmla="*/ 214453 h 217431"/>
              <a:gd name="connsiteX10" fmla="*/ 375292 w 655271"/>
              <a:gd name="connsiteY10" fmla="*/ 217431 h 217431"/>
              <a:gd name="connsiteX11" fmla="*/ 470604 w 655271"/>
              <a:gd name="connsiteY11" fmla="*/ 214453 h 217431"/>
              <a:gd name="connsiteX12" fmla="*/ 512303 w 655271"/>
              <a:gd name="connsiteY12" fmla="*/ 193603 h 217431"/>
              <a:gd name="connsiteX13" fmla="*/ 530174 w 655271"/>
              <a:gd name="connsiteY13" fmla="*/ 187646 h 217431"/>
              <a:gd name="connsiteX14" fmla="*/ 565916 w 655271"/>
              <a:gd name="connsiteY14" fmla="*/ 181689 h 217431"/>
              <a:gd name="connsiteX15" fmla="*/ 574851 w 655271"/>
              <a:gd name="connsiteY15" fmla="*/ 172754 h 217431"/>
              <a:gd name="connsiteX16" fmla="*/ 586765 w 655271"/>
              <a:gd name="connsiteY16" fmla="*/ 169775 h 217431"/>
              <a:gd name="connsiteX17" fmla="*/ 595701 w 655271"/>
              <a:gd name="connsiteY17" fmla="*/ 166797 h 217431"/>
              <a:gd name="connsiteX18" fmla="*/ 616550 w 655271"/>
              <a:gd name="connsiteY18" fmla="*/ 151904 h 217431"/>
              <a:gd name="connsiteX19" fmla="*/ 625486 w 655271"/>
              <a:gd name="connsiteY19" fmla="*/ 142968 h 217431"/>
              <a:gd name="connsiteX20" fmla="*/ 637400 w 655271"/>
              <a:gd name="connsiteY20" fmla="*/ 137011 h 217431"/>
              <a:gd name="connsiteX21" fmla="*/ 655271 w 655271"/>
              <a:gd name="connsiteY21" fmla="*/ 125097 h 217431"/>
              <a:gd name="connsiteX0" fmla="*/ 0 w 655271"/>
              <a:gd name="connsiteY0" fmla="*/ 0 h 217431"/>
              <a:gd name="connsiteX1" fmla="*/ 11914 w 655271"/>
              <a:gd name="connsiteY1" fmla="*/ 14893 h 217431"/>
              <a:gd name="connsiteX2" fmla="*/ 29785 w 655271"/>
              <a:gd name="connsiteY2" fmla="*/ 32764 h 217431"/>
              <a:gd name="connsiteX3" fmla="*/ 65524 w 655271"/>
              <a:gd name="connsiteY3" fmla="*/ 72679 h 217431"/>
              <a:gd name="connsiteX4" fmla="*/ 89355 w 655271"/>
              <a:gd name="connsiteY4" fmla="*/ 95312 h 217431"/>
              <a:gd name="connsiteX5" fmla="*/ 134033 w 655271"/>
              <a:gd name="connsiteY5" fmla="*/ 137011 h 217431"/>
              <a:gd name="connsiteX6" fmla="*/ 150155 w 655271"/>
              <a:gd name="connsiteY6" fmla="*/ 143677 h 217431"/>
              <a:gd name="connsiteX7" fmla="*/ 199560 w 655271"/>
              <a:gd name="connsiteY7" fmla="*/ 169775 h 217431"/>
              <a:gd name="connsiteX8" fmla="*/ 245467 w 655271"/>
              <a:gd name="connsiteY8" fmla="*/ 188355 h 217431"/>
              <a:gd name="connsiteX9" fmla="*/ 318700 w 655271"/>
              <a:gd name="connsiteY9" fmla="*/ 214453 h 217431"/>
              <a:gd name="connsiteX10" fmla="*/ 375292 w 655271"/>
              <a:gd name="connsiteY10" fmla="*/ 217431 h 217431"/>
              <a:gd name="connsiteX11" fmla="*/ 470604 w 655271"/>
              <a:gd name="connsiteY11" fmla="*/ 214453 h 217431"/>
              <a:gd name="connsiteX12" fmla="*/ 512303 w 655271"/>
              <a:gd name="connsiteY12" fmla="*/ 193603 h 217431"/>
              <a:gd name="connsiteX13" fmla="*/ 530174 w 655271"/>
              <a:gd name="connsiteY13" fmla="*/ 187646 h 217431"/>
              <a:gd name="connsiteX14" fmla="*/ 565916 w 655271"/>
              <a:gd name="connsiteY14" fmla="*/ 181689 h 217431"/>
              <a:gd name="connsiteX15" fmla="*/ 574851 w 655271"/>
              <a:gd name="connsiteY15" fmla="*/ 172754 h 217431"/>
              <a:gd name="connsiteX16" fmla="*/ 586765 w 655271"/>
              <a:gd name="connsiteY16" fmla="*/ 169775 h 217431"/>
              <a:gd name="connsiteX17" fmla="*/ 595701 w 655271"/>
              <a:gd name="connsiteY17" fmla="*/ 166797 h 217431"/>
              <a:gd name="connsiteX18" fmla="*/ 616550 w 655271"/>
              <a:gd name="connsiteY18" fmla="*/ 151904 h 217431"/>
              <a:gd name="connsiteX19" fmla="*/ 625486 w 655271"/>
              <a:gd name="connsiteY19" fmla="*/ 142968 h 217431"/>
              <a:gd name="connsiteX20" fmla="*/ 637400 w 655271"/>
              <a:gd name="connsiteY20" fmla="*/ 137011 h 217431"/>
              <a:gd name="connsiteX21" fmla="*/ 655271 w 655271"/>
              <a:gd name="connsiteY21" fmla="*/ 125097 h 217431"/>
              <a:gd name="connsiteX0" fmla="*/ 0 w 655271"/>
              <a:gd name="connsiteY0" fmla="*/ 0 h 217431"/>
              <a:gd name="connsiteX1" fmla="*/ 11914 w 655271"/>
              <a:gd name="connsiteY1" fmla="*/ 14893 h 217431"/>
              <a:gd name="connsiteX2" fmla="*/ 29785 w 655271"/>
              <a:gd name="connsiteY2" fmla="*/ 32764 h 217431"/>
              <a:gd name="connsiteX3" fmla="*/ 65524 w 655271"/>
              <a:gd name="connsiteY3" fmla="*/ 72679 h 217431"/>
              <a:gd name="connsiteX4" fmla="*/ 89355 w 655271"/>
              <a:gd name="connsiteY4" fmla="*/ 95312 h 217431"/>
              <a:gd name="connsiteX5" fmla="*/ 134033 w 655271"/>
              <a:gd name="connsiteY5" fmla="*/ 137011 h 217431"/>
              <a:gd name="connsiteX6" fmla="*/ 150155 w 655271"/>
              <a:gd name="connsiteY6" fmla="*/ 143677 h 217431"/>
              <a:gd name="connsiteX7" fmla="*/ 199560 w 655271"/>
              <a:gd name="connsiteY7" fmla="*/ 169775 h 217431"/>
              <a:gd name="connsiteX8" fmla="*/ 245467 w 655271"/>
              <a:gd name="connsiteY8" fmla="*/ 188355 h 217431"/>
              <a:gd name="connsiteX9" fmla="*/ 318700 w 655271"/>
              <a:gd name="connsiteY9" fmla="*/ 214453 h 217431"/>
              <a:gd name="connsiteX10" fmla="*/ 375292 w 655271"/>
              <a:gd name="connsiteY10" fmla="*/ 217431 h 217431"/>
              <a:gd name="connsiteX11" fmla="*/ 470604 w 655271"/>
              <a:gd name="connsiteY11" fmla="*/ 214453 h 217431"/>
              <a:gd name="connsiteX12" fmla="*/ 514761 w 655271"/>
              <a:gd name="connsiteY12" fmla="*/ 199748 h 217431"/>
              <a:gd name="connsiteX13" fmla="*/ 530174 w 655271"/>
              <a:gd name="connsiteY13" fmla="*/ 187646 h 217431"/>
              <a:gd name="connsiteX14" fmla="*/ 565916 w 655271"/>
              <a:gd name="connsiteY14" fmla="*/ 181689 h 217431"/>
              <a:gd name="connsiteX15" fmla="*/ 574851 w 655271"/>
              <a:gd name="connsiteY15" fmla="*/ 172754 h 217431"/>
              <a:gd name="connsiteX16" fmla="*/ 586765 w 655271"/>
              <a:gd name="connsiteY16" fmla="*/ 169775 h 217431"/>
              <a:gd name="connsiteX17" fmla="*/ 595701 w 655271"/>
              <a:gd name="connsiteY17" fmla="*/ 166797 h 217431"/>
              <a:gd name="connsiteX18" fmla="*/ 616550 w 655271"/>
              <a:gd name="connsiteY18" fmla="*/ 151904 h 217431"/>
              <a:gd name="connsiteX19" fmla="*/ 625486 w 655271"/>
              <a:gd name="connsiteY19" fmla="*/ 142968 h 217431"/>
              <a:gd name="connsiteX20" fmla="*/ 637400 w 655271"/>
              <a:gd name="connsiteY20" fmla="*/ 137011 h 217431"/>
              <a:gd name="connsiteX21" fmla="*/ 655271 w 655271"/>
              <a:gd name="connsiteY21" fmla="*/ 125097 h 217431"/>
              <a:gd name="connsiteX0" fmla="*/ 0 w 655271"/>
              <a:gd name="connsiteY0" fmla="*/ 0 h 217431"/>
              <a:gd name="connsiteX1" fmla="*/ 11914 w 655271"/>
              <a:gd name="connsiteY1" fmla="*/ 14893 h 217431"/>
              <a:gd name="connsiteX2" fmla="*/ 29785 w 655271"/>
              <a:gd name="connsiteY2" fmla="*/ 32764 h 217431"/>
              <a:gd name="connsiteX3" fmla="*/ 65524 w 655271"/>
              <a:gd name="connsiteY3" fmla="*/ 72679 h 217431"/>
              <a:gd name="connsiteX4" fmla="*/ 89355 w 655271"/>
              <a:gd name="connsiteY4" fmla="*/ 95312 h 217431"/>
              <a:gd name="connsiteX5" fmla="*/ 134033 w 655271"/>
              <a:gd name="connsiteY5" fmla="*/ 137011 h 217431"/>
              <a:gd name="connsiteX6" fmla="*/ 150155 w 655271"/>
              <a:gd name="connsiteY6" fmla="*/ 143677 h 217431"/>
              <a:gd name="connsiteX7" fmla="*/ 199560 w 655271"/>
              <a:gd name="connsiteY7" fmla="*/ 169775 h 217431"/>
              <a:gd name="connsiteX8" fmla="*/ 245467 w 655271"/>
              <a:gd name="connsiteY8" fmla="*/ 188355 h 217431"/>
              <a:gd name="connsiteX9" fmla="*/ 318700 w 655271"/>
              <a:gd name="connsiteY9" fmla="*/ 214453 h 217431"/>
              <a:gd name="connsiteX10" fmla="*/ 375292 w 655271"/>
              <a:gd name="connsiteY10" fmla="*/ 217431 h 217431"/>
              <a:gd name="connsiteX11" fmla="*/ 470604 w 655271"/>
              <a:gd name="connsiteY11" fmla="*/ 214453 h 217431"/>
              <a:gd name="connsiteX12" fmla="*/ 514761 w 655271"/>
              <a:gd name="connsiteY12" fmla="*/ 199748 h 217431"/>
              <a:gd name="connsiteX13" fmla="*/ 532632 w 655271"/>
              <a:gd name="connsiteY13" fmla="*/ 192562 h 217431"/>
              <a:gd name="connsiteX14" fmla="*/ 565916 w 655271"/>
              <a:gd name="connsiteY14" fmla="*/ 181689 h 217431"/>
              <a:gd name="connsiteX15" fmla="*/ 574851 w 655271"/>
              <a:gd name="connsiteY15" fmla="*/ 172754 h 217431"/>
              <a:gd name="connsiteX16" fmla="*/ 586765 w 655271"/>
              <a:gd name="connsiteY16" fmla="*/ 169775 h 217431"/>
              <a:gd name="connsiteX17" fmla="*/ 595701 w 655271"/>
              <a:gd name="connsiteY17" fmla="*/ 166797 h 217431"/>
              <a:gd name="connsiteX18" fmla="*/ 616550 w 655271"/>
              <a:gd name="connsiteY18" fmla="*/ 151904 h 217431"/>
              <a:gd name="connsiteX19" fmla="*/ 625486 w 655271"/>
              <a:gd name="connsiteY19" fmla="*/ 142968 h 217431"/>
              <a:gd name="connsiteX20" fmla="*/ 637400 w 655271"/>
              <a:gd name="connsiteY20" fmla="*/ 137011 h 217431"/>
              <a:gd name="connsiteX21" fmla="*/ 655271 w 655271"/>
              <a:gd name="connsiteY21" fmla="*/ 125097 h 217431"/>
              <a:gd name="connsiteX0" fmla="*/ 0 w 655271"/>
              <a:gd name="connsiteY0" fmla="*/ 0 h 217431"/>
              <a:gd name="connsiteX1" fmla="*/ 11914 w 655271"/>
              <a:gd name="connsiteY1" fmla="*/ 14893 h 217431"/>
              <a:gd name="connsiteX2" fmla="*/ 29785 w 655271"/>
              <a:gd name="connsiteY2" fmla="*/ 32764 h 217431"/>
              <a:gd name="connsiteX3" fmla="*/ 65524 w 655271"/>
              <a:gd name="connsiteY3" fmla="*/ 72679 h 217431"/>
              <a:gd name="connsiteX4" fmla="*/ 89355 w 655271"/>
              <a:gd name="connsiteY4" fmla="*/ 95312 h 217431"/>
              <a:gd name="connsiteX5" fmla="*/ 134033 w 655271"/>
              <a:gd name="connsiteY5" fmla="*/ 137011 h 217431"/>
              <a:gd name="connsiteX6" fmla="*/ 150155 w 655271"/>
              <a:gd name="connsiteY6" fmla="*/ 143677 h 217431"/>
              <a:gd name="connsiteX7" fmla="*/ 199560 w 655271"/>
              <a:gd name="connsiteY7" fmla="*/ 169775 h 217431"/>
              <a:gd name="connsiteX8" fmla="*/ 245467 w 655271"/>
              <a:gd name="connsiteY8" fmla="*/ 188355 h 217431"/>
              <a:gd name="connsiteX9" fmla="*/ 318700 w 655271"/>
              <a:gd name="connsiteY9" fmla="*/ 214453 h 217431"/>
              <a:gd name="connsiteX10" fmla="*/ 375292 w 655271"/>
              <a:gd name="connsiteY10" fmla="*/ 217431 h 217431"/>
              <a:gd name="connsiteX11" fmla="*/ 470604 w 655271"/>
              <a:gd name="connsiteY11" fmla="*/ 214453 h 217431"/>
              <a:gd name="connsiteX12" fmla="*/ 514761 w 655271"/>
              <a:gd name="connsiteY12" fmla="*/ 199748 h 217431"/>
              <a:gd name="connsiteX13" fmla="*/ 532632 w 655271"/>
              <a:gd name="connsiteY13" fmla="*/ 192562 h 217431"/>
              <a:gd name="connsiteX14" fmla="*/ 574851 w 655271"/>
              <a:gd name="connsiteY14" fmla="*/ 172754 h 217431"/>
              <a:gd name="connsiteX15" fmla="*/ 586765 w 655271"/>
              <a:gd name="connsiteY15" fmla="*/ 169775 h 217431"/>
              <a:gd name="connsiteX16" fmla="*/ 595701 w 655271"/>
              <a:gd name="connsiteY16" fmla="*/ 166797 h 217431"/>
              <a:gd name="connsiteX17" fmla="*/ 616550 w 655271"/>
              <a:gd name="connsiteY17" fmla="*/ 151904 h 217431"/>
              <a:gd name="connsiteX18" fmla="*/ 625486 w 655271"/>
              <a:gd name="connsiteY18" fmla="*/ 142968 h 217431"/>
              <a:gd name="connsiteX19" fmla="*/ 637400 w 655271"/>
              <a:gd name="connsiteY19" fmla="*/ 137011 h 217431"/>
              <a:gd name="connsiteX20" fmla="*/ 655271 w 655271"/>
              <a:gd name="connsiteY20" fmla="*/ 125097 h 217431"/>
              <a:gd name="connsiteX0" fmla="*/ 0 w 655271"/>
              <a:gd name="connsiteY0" fmla="*/ 0 h 217431"/>
              <a:gd name="connsiteX1" fmla="*/ 11914 w 655271"/>
              <a:gd name="connsiteY1" fmla="*/ 14893 h 217431"/>
              <a:gd name="connsiteX2" fmla="*/ 29785 w 655271"/>
              <a:gd name="connsiteY2" fmla="*/ 32764 h 217431"/>
              <a:gd name="connsiteX3" fmla="*/ 65524 w 655271"/>
              <a:gd name="connsiteY3" fmla="*/ 72679 h 217431"/>
              <a:gd name="connsiteX4" fmla="*/ 89355 w 655271"/>
              <a:gd name="connsiteY4" fmla="*/ 95312 h 217431"/>
              <a:gd name="connsiteX5" fmla="*/ 134033 w 655271"/>
              <a:gd name="connsiteY5" fmla="*/ 137011 h 217431"/>
              <a:gd name="connsiteX6" fmla="*/ 150155 w 655271"/>
              <a:gd name="connsiteY6" fmla="*/ 143677 h 217431"/>
              <a:gd name="connsiteX7" fmla="*/ 199560 w 655271"/>
              <a:gd name="connsiteY7" fmla="*/ 169775 h 217431"/>
              <a:gd name="connsiteX8" fmla="*/ 245467 w 655271"/>
              <a:gd name="connsiteY8" fmla="*/ 188355 h 217431"/>
              <a:gd name="connsiteX9" fmla="*/ 318700 w 655271"/>
              <a:gd name="connsiteY9" fmla="*/ 214453 h 217431"/>
              <a:gd name="connsiteX10" fmla="*/ 375292 w 655271"/>
              <a:gd name="connsiteY10" fmla="*/ 217431 h 217431"/>
              <a:gd name="connsiteX11" fmla="*/ 470604 w 655271"/>
              <a:gd name="connsiteY11" fmla="*/ 214453 h 217431"/>
              <a:gd name="connsiteX12" fmla="*/ 514761 w 655271"/>
              <a:gd name="connsiteY12" fmla="*/ 199748 h 217431"/>
              <a:gd name="connsiteX13" fmla="*/ 574851 w 655271"/>
              <a:gd name="connsiteY13" fmla="*/ 172754 h 217431"/>
              <a:gd name="connsiteX14" fmla="*/ 586765 w 655271"/>
              <a:gd name="connsiteY14" fmla="*/ 169775 h 217431"/>
              <a:gd name="connsiteX15" fmla="*/ 595701 w 655271"/>
              <a:gd name="connsiteY15" fmla="*/ 166797 h 217431"/>
              <a:gd name="connsiteX16" fmla="*/ 616550 w 655271"/>
              <a:gd name="connsiteY16" fmla="*/ 151904 h 217431"/>
              <a:gd name="connsiteX17" fmla="*/ 625486 w 655271"/>
              <a:gd name="connsiteY17" fmla="*/ 142968 h 217431"/>
              <a:gd name="connsiteX18" fmla="*/ 637400 w 655271"/>
              <a:gd name="connsiteY18" fmla="*/ 137011 h 217431"/>
              <a:gd name="connsiteX19" fmla="*/ 655271 w 655271"/>
              <a:gd name="connsiteY19" fmla="*/ 125097 h 217431"/>
              <a:gd name="connsiteX0" fmla="*/ 0 w 655271"/>
              <a:gd name="connsiteY0" fmla="*/ 0 h 217431"/>
              <a:gd name="connsiteX1" fmla="*/ 11914 w 655271"/>
              <a:gd name="connsiteY1" fmla="*/ 14893 h 217431"/>
              <a:gd name="connsiteX2" fmla="*/ 29785 w 655271"/>
              <a:gd name="connsiteY2" fmla="*/ 32764 h 217431"/>
              <a:gd name="connsiteX3" fmla="*/ 65524 w 655271"/>
              <a:gd name="connsiteY3" fmla="*/ 72679 h 217431"/>
              <a:gd name="connsiteX4" fmla="*/ 89355 w 655271"/>
              <a:gd name="connsiteY4" fmla="*/ 95312 h 217431"/>
              <a:gd name="connsiteX5" fmla="*/ 134033 w 655271"/>
              <a:gd name="connsiteY5" fmla="*/ 137011 h 217431"/>
              <a:gd name="connsiteX6" fmla="*/ 150155 w 655271"/>
              <a:gd name="connsiteY6" fmla="*/ 143677 h 217431"/>
              <a:gd name="connsiteX7" fmla="*/ 199560 w 655271"/>
              <a:gd name="connsiteY7" fmla="*/ 169775 h 217431"/>
              <a:gd name="connsiteX8" fmla="*/ 245467 w 655271"/>
              <a:gd name="connsiteY8" fmla="*/ 188355 h 217431"/>
              <a:gd name="connsiteX9" fmla="*/ 318700 w 655271"/>
              <a:gd name="connsiteY9" fmla="*/ 214453 h 217431"/>
              <a:gd name="connsiteX10" fmla="*/ 375292 w 655271"/>
              <a:gd name="connsiteY10" fmla="*/ 217431 h 217431"/>
              <a:gd name="connsiteX11" fmla="*/ 470604 w 655271"/>
              <a:gd name="connsiteY11" fmla="*/ 214453 h 217431"/>
              <a:gd name="connsiteX12" fmla="*/ 514761 w 655271"/>
              <a:gd name="connsiteY12" fmla="*/ 199748 h 217431"/>
              <a:gd name="connsiteX13" fmla="*/ 574851 w 655271"/>
              <a:gd name="connsiteY13" fmla="*/ 172754 h 217431"/>
              <a:gd name="connsiteX14" fmla="*/ 586765 w 655271"/>
              <a:gd name="connsiteY14" fmla="*/ 169775 h 217431"/>
              <a:gd name="connsiteX15" fmla="*/ 616550 w 655271"/>
              <a:gd name="connsiteY15" fmla="*/ 151904 h 217431"/>
              <a:gd name="connsiteX16" fmla="*/ 625486 w 655271"/>
              <a:gd name="connsiteY16" fmla="*/ 142968 h 217431"/>
              <a:gd name="connsiteX17" fmla="*/ 637400 w 655271"/>
              <a:gd name="connsiteY17" fmla="*/ 137011 h 217431"/>
              <a:gd name="connsiteX18" fmla="*/ 655271 w 655271"/>
              <a:gd name="connsiteY18" fmla="*/ 125097 h 217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655271" h="217431">
                <a:moveTo>
                  <a:pt x="0" y="0"/>
                </a:moveTo>
                <a:cubicBezTo>
                  <a:pt x="3971" y="4964"/>
                  <a:pt x="7638" y="10189"/>
                  <a:pt x="11914" y="14893"/>
                </a:cubicBezTo>
                <a:cubicBezTo>
                  <a:pt x="17581" y="21127"/>
                  <a:pt x="20850" y="23133"/>
                  <a:pt x="29785" y="32764"/>
                </a:cubicBezTo>
                <a:cubicBezTo>
                  <a:pt x="38720" y="42395"/>
                  <a:pt x="55543" y="64837"/>
                  <a:pt x="65524" y="72679"/>
                </a:cubicBezTo>
                <a:cubicBezTo>
                  <a:pt x="74628" y="79832"/>
                  <a:pt x="77937" y="84590"/>
                  <a:pt x="89355" y="95312"/>
                </a:cubicBezTo>
                <a:cubicBezTo>
                  <a:pt x="100773" y="106034"/>
                  <a:pt x="123900" y="128950"/>
                  <a:pt x="134033" y="137011"/>
                </a:cubicBezTo>
                <a:cubicBezTo>
                  <a:pt x="144166" y="145072"/>
                  <a:pt x="145191" y="142684"/>
                  <a:pt x="150155" y="143677"/>
                </a:cubicBezTo>
                <a:cubicBezTo>
                  <a:pt x="171637" y="159021"/>
                  <a:pt x="183675" y="162329"/>
                  <a:pt x="199560" y="169775"/>
                </a:cubicBezTo>
                <a:cubicBezTo>
                  <a:pt x="215445" y="177221"/>
                  <a:pt x="225610" y="180909"/>
                  <a:pt x="245467" y="188355"/>
                </a:cubicBezTo>
                <a:cubicBezTo>
                  <a:pt x="265324" y="195801"/>
                  <a:pt x="294261" y="213167"/>
                  <a:pt x="318700" y="214453"/>
                </a:cubicBezTo>
                <a:lnTo>
                  <a:pt x="375292" y="217431"/>
                </a:lnTo>
                <a:cubicBezTo>
                  <a:pt x="407063" y="216438"/>
                  <a:pt x="447359" y="217400"/>
                  <a:pt x="470604" y="214453"/>
                </a:cubicBezTo>
                <a:cubicBezTo>
                  <a:pt x="493849" y="211506"/>
                  <a:pt x="497386" y="206698"/>
                  <a:pt x="514761" y="199748"/>
                </a:cubicBezTo>
                <a:cubicBezTo>
                  <a:pt x="532136" y="192798"/>
                  <a:pt x="562850" y="177749"/>
                  <a:pt x="574851" y="172754"/>
                </a:cubicBezTo>
                <a:cubicBezTo>
                  <a:pt x="586852" y="167759"/>
                  <a:pt x="579815" y="173250"/>
                  <a:pt x="586765" y="169775"/>
                </a:cubicBezTo>
                <a:cubicBezTo>
                  <a:pt x="593715" y="166300"/>
                  <a:pt x="610097" y="156372"/>
                  <a:pt x="616550" y="151904"/>
                </a:cubicBezTo>
                <a:cubicBezTo>
                  <a:pt x="623003" y="147436"/>
                  <a:pt x="622058" y="145416"/>
                  <a:pt x="625486" y="142968"/>
                </a:cubicBezTo>
                <a:cubicBezTo>
                  <a:pt x="629099" y="140387"/>
                  <a:pt x="633519" y="139167"/>
                  <a:pt x="637400" y="137011"/>
                </a:cubicBezTo>
                <a:cubicBezTo>
                  <a:pt x="651887" y="128963"/>
                  <a:pt x="648589" y="131779"/>
                  <a:pt x="655271" y="125097"/>
                </a:cubicBezTo>
              </a:path>
            </a:pathLst>
          </a:custGeom>
          <a:noFill/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1D563E9E-0F9C-4050-B3BA-2B8FDF0C69DC}"/>
              </a:ext>
            </a:extLst>
          </p:cNvPr>
          <p:cNvCxnSpPr>
            <a:cxnSpLocks/>
          </p:cNvCxnSpPr>
          <p:nvPr/>
        </p:nvCxnSpPr>
        <p:spPr>
          <a:xfrm>
            <a:off x="6845833" y="423579"/>
            <a:ext cx="13331" cy="1059371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Freeform: Shape 55">
            <a:extLst>
              <a:ext uri="{FF2B5EF4-FFF2-40B4-BE49-F238E27FC236}">
                <a16:creationId xmlns:a16="http://schemas.microsoft.com/office/drawing/2014/main" id="{93DEDADF-5977-4F62-A297-9203FF73E8D8}"/>
              </a:ext>
            </a:extLst>
          </p:cNvPr>
          <p:cNvSpPr/>
          <p:nvPr/>
        </p:nvSpPr>
        <p:spPr>
          <a:xfrm>
            <a:off x="6856511" y="1274799"/>
            <a:ext cx="137011" cy="26806"/>
          </a:xfrm>
          <a:custGeom>
            <a:avLst/>
            <a:gdLst>
              <a:gd name="connsiteX0" fmla="*/ 0 w 137011"/>
              <a:gd name="connsiteY0" fmla="*/ 0 h 26806"/>
              <a:gd name="connsiteX1" fmla="*/ 20849 w 137011"/>
              <a:gd name="connsiteY1" fmla="*/ 14892 h 26806"/>
              <a:gd name="connsiteX2" fmla="*/ 53613 w 137011"/>
              <a:gd name="connsiteY2" fmla="*/ 26806 h 26806"/>
              <a:gd name="connsiteX3" fmla="*/ 137011 w 137011"/>
              <a:gd name="connsiteY3" fmla="*/ 20849 h 26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7011" h="26806">
                <a:moveTo>
                  <a:pt x="0" y="0"/>
                </a:moveTo>
                <a:cubicBezTo>
                  <a:pt x="6950" y="4964"/>
                  <a:pt x="13472" y="10589"/>
                  <a:pt x="20849" y="14892"/>
                </a:cubicBezTo>
                <a:cubicBezTo>
                  <a:pt x="26374" y="18115"/>
                  <a:pt x="48518" y="25108"/>
                  <a:pt x="53613" y="26806"/>
                </a:cubicBezTo>
                <a:cubicBezTo>
                  <a:pt x="81407" y="24747"/>
                  <a:pt x="109141" y="20849"/>
                  <a:pt x="137011" y="20849"/>
                </a:cubicBezTo>
              </a:path>
            </a:pathLst>
          </a:cu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CE91DE94-D2CC-4D34-A387-B5BABAA00AFC}"/>
              </a:ext>
            </a:extLst>
          </p:cNvPr>
          <p:cNvCxnSpPr>
            <a:cxnSpLocks/>
          </p:cNvCxnSpPr>
          <p:nvPr/>
        </p:nvCxnSpPr>
        <p:spPr>
          <a:xfrm>
            <a:off x="719224" y="378270"/>
            <a:ext cx="0" cy="1296805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72BBCC40-935B-4699-8079-2AC1A5E95EA2}"/>
              </a:ext>
            </a:extLst>
          </p:cNvPr>
          <p:cNvCxnSpPr>
            <a:cxnSpLocks/>
          </p:cNvCxnSpPr>
          <p:nvPr/>
        </p:nvCxnSpPr>
        <p:spPr>
          <a:xfrm>
            <a:off x="725889" y="378270"/>
            <a:ext cx="513168" cy="3112709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Freeform: Shape 62">
            <a:extLst>
              <a:ext uri="{FF2B5EF4-FFF2-40B4-BE49-F238E27FC236}">
                <a16:creationId xmlns:a16="http://schemas.microsoft.com/office/drawing/2014/main" id="{585A00DA-41D3-458F-AF27-6B1BA940C77D}"/>
              </a:ext>
            </a:extLst>
          </p:cNvPr>
          <p:cNvSpPr/>
          <p:nvPr/>
        </p:nvSpPr>
        <p:spPr>
          <a:xfrm>
            <a:off x="797642" y="571278"/>
            <a:ext cx="235351" cy="214679"/>
          </a:xfrm>
          <a:custGeom>
            <a:avLst/>
            <a:gdLst>
              <a:gd name="connsiteX0" fmla="*/ 0 w 235351"/>
              <a:gd name="connsiteY0" fmla="*/ 202538 h 214679"/>
              <a:gd name="connsiteX1" fmla="*/ 14892 w 235351"/>
              <a:gd name="connsiteY1" fmla="*/ 211473 h 214679"/>
              <a:gd name="connsiteX2" fmla="*/ 89355 w 235351"/>
              <a:gd name="connsiteY2" fmla="*/ 208495 h 214679"/>
              <a:gd name="connsiteX3" fmla="*/ 104247 w 235351"/>
              <a:gd name="connsiteY3" fmla="*/ 193602 h 214679"/>
              <a:gd name="connsiteX4" fmla="*/ 122119 w 235351"/>
              <a:gd name="connsiteY4" fmla="*/ 187645 h 214679"/>
              <a:gd name="connsiteX5" fmla="*/ 134033 w 235351"/>
              <a:gd name="connsiteY5" fmla="*/ 175731 h 214679"/>
              <a:gd name="connsiteX6" fmla="*/ 145947 w 235351"/>
              <a:gd name="connsiteY6" fmla="*/ 169774 h 214679"/>
              <a:gd name="connsiteX7" fmla="*/ 154882 w 235351"/>
              <a:gd name="connsiteY7" fmla="*/ 163817 h 214679"/>
              <a:gd name="connsiteX8" fmla="*/ 169775 w 235351"/>
              <a:gd name="connsiteY8" fmla="*/ 154882 h 214679"/>
              <a:gd name="connsiteX9" fmla="*/ 184667 w 235351"/>
              <a:gd name="connsiteY9" fmla="*/ 134032 h 214679"/>
              <a:gd name="connsiteX10" fmla="*/ 193603 w 235351"/>
              <a:gd name="connsiteY10" fmla="*/ 128075 h 214679"/>
              <a:gd name="connsiteX11" fmla="*/ 202538 w 235351"/>
              <a:gd name="connsiteY11" fmla="*/ 116161 h 214679"/>
              <a:gd name="connsiteX12" fmla="*/ 208495 w 235351"/>
              <a:gd name="connsiteY12" fmla="*/ 95312 h 214679"/>
              <a:gd name="connsiteX13" fmla="*/ 220409 w 235351"/>
              <a:gd name="connsiteY13" fmla="*/ 65527 h 214679"/>
              <a:gd name="connsiteX14" fmla="*/ 226366 w 235351"/>
              <a:gd name="connsiteY14" fmla="*/ 38720 h 214679"/>
              <a:gd name="connsiteX15" fmla="*/ 235302 w 235351"/>
              <a:gd name="connsiteY15" fmla="*/ 0 h 214679"/>
              <a:gd name="connsiteX0" fmla="*/ 0 w 235351"/>
              <a:gd name="connsiteY0" fmla="*/ 202538 h 214679"/>
              <a:gd name="connsiteX1" fmla="*/ 14892 w 235351"/>
              <a:gd name="connsiteY1" fmla="*/ 211473 h 214679"/>
              <a:gd name="connsiteX2" fmla="*/ 89355 w 235351"/>
              <a:gd name="connsiteY2" fmla="*/ 208495 h 214679"/>
              <a:gd name="connsiteX3" fmla="*/ 104247 w 235351"/>
              <a:gd name="connsiteY3" fmla="*/ 193602 h 214679"/>
              <a:gd name="connsiteX4" fmla="*/ 122119 w 235351"/>
              <a:gd name="connsiteY4" fmla="*/ 187645 h 214679"/>
              <a:gd name="connsiteX5" fmla="*/ 134033 w 235351"/>
              <a:gd name="connsiteY5" fmla="*/ 175731 h 214679"/>
              <a:gd name="connsiteX6" fmla="*/ 154882 w 235351"/>
              <a:gd name="connsiteY6" fmla="*/ 163817 h 214679"/>
              <a:gd name="connsiteX7" fmla="*/ 169775 w 235351"/>
              <a:gd name="connsiteY7" fmla="*/ 154882 h 214679"/>
              <a:gd name="connsiteX8" fmla="*/ 184667 w 235351"/>
              <a:gd name="connsiteY8" fmla="*/ 134032 h 214679"/>
              <a:gd name="connsiteX9" fmla="*/ 193603 w 235351"/>
              <a:gd name="connsiteY9" fmla="*/ 128075 h 214679"/>
              <a:gd name="connsiteX10" fmla="*/ 202538 w 235351"/>
              <a:gd name="connsiteY10" fmla="*/ 116161 h 214679"/>
              <a:gd name="connsiteX11" fmla="*/ 208495 w 235351"/>
              <a:gd name="connsiteY11" fmla="*/ 95312 h 214679"/>
              <a:gd name="connsiteX12" fmla="*/ 220409 w 235351"/>
              <a:gd name="connsiteY12" fmla="*/ 65527 h 214679"/>
              <a:gd name="connsiteX13" fmla="*/ 226366 w 235351"/>
              <a:gd name="connsiteY13" fmla="*/ 38720 h 214679"/>
              <a:gd name="connsiteX14" fmla="*/ 235302 w 235351"/>
              <a:gd name="connsiteY14" fmla="*/ 0 h 214679"/>
              <a:gd name="connsiteX0" fmla="*/ 0 w 235351"/>
              <a:gd name="connsiteY0" fmla="*/ 202538 h 214679"/>
              <a:gd name="connsiteX1" fmla="*/ 14892 w 235351"/>
              <a:gd name="connsiteY1" fmla="*/ 211473 h 214679"/>
              <a:gd name="connsiteX2" fmla="*/ 89355 w 235351"/>
              <a:gd name="connsiteY2" fmla="*/ 208495 h 214679"/>
              <a:gd name="connsiteX3" fmla="*/ 104247 w 235351"/>
              <a:gd name="connsiteY3" fmla="*/ 193602 h 214679"/>
              <a:gd name="connsiteX4" fmla="*/ 122119 w 235351"/>
              <a:gd name="connsiteY4" fmla="*/ 187645 h 214679"/>
              <a:gd name="connsiteX5" fmla="*/ 134033 w 235351"/>
              <a:gd name="connsiteY5" fmla="*/ 175731 h 214679"/>
              <a:gd name="connsiteX6" fmla="*/ 154882 w 235351"/>
              <a:gd name="connsiteY6" fmla="*/ 163817 h 214679"/>
              <a:gd name="connsiteX7" fmla="*/ 184667 w 235351"/>
              <a:gd name="connsiteY7" fmla="*/ 134032 h 214679"/>
              <a:gd name="connsiteX8" fmla="*/ 193603 w 235351"/>
              <a:gd name="connsiteY8" fmla="*/ 128075 h 214679"/>
              <a:gd name="connsiteX9" fmla="*/ 202538 w 235351"/>
              <a:gd name="connsiteY9" fmla="*/ 116161 h 214679"/>
              <a:gd name="connsiteX10" fmla="*/ 208495 w 235351"/>
              <a:gd name="connsiteY10" fmla="*/ 95312 h 214679"/>
              <a:gd name="connsiteX11" fmla="*/ 220409 w 235351"/>
              <a:gd name="connsiteY11" fmla="*/ 65527 h 214679"/>
              <a:gd name="connsiteX12" fmla="*/ 226366 w 235351"/>
              <a:gd name="connsiteY12" fmla="*/ 38720 h 214679"/>
              <a:gd name="connsiteX13" fmla="*/ 235302 w 235351"/>
              <a:gd name="connsiteY13" fmla="*/ 0 h 214679"/>
              <a:gd name="connsiteX0" fmla="*/ 0 w 235351"/>
              <a:gd name="connsiteY0" fmla="*/ 202538 h 214679"/>
              <a:gd name="connsiteX1" fmla="*/ 14892 w 235351"/>
              <a:gd name="connsiteY1" fmla="*/ 211473 h 214679"/>
              <a:gd name="connsiteX2" fmla="*/ 89355 w 235351"/>
              <a:gd name="connsiteY2" fmla="*/ 208495 h 214679"/>
              <a:gd name="connsiteX3" fmla="*/ 104247 w 235351"/>
              <a:gd name="connsiteY3" fmla="*/ 193602 h 214679"/>
              <a:gd name="connsiteX4" fmla="*/ 122119 w 235351"/>
              <a:gd name="connsiteY4" fmla="*/ 187645 h 214679"/>
              <a:gd name="connsiteX5" fmla="*/ 154882 w 235351"/>
              <a:gd name="connsiteY5" fmla="*/ 163817 h 214679"/>
              <a:gd name="connsiteX6" fmla="*/ 184667 w 235351"/>
              <a:gd name="connsiteY6" fmla="*/ 134032 h 214679"/>
              <a:gd name="connsiteX7" fmla="*/ 193603 w 235351"/>
              <a:gd name="connsiteY7" fmla="*/ 128075 h 214679"/>
              <a:gd name="connsiteX8" fmla="*/ 202538 w 235351"/>
              <a:gd name="connsiteY8" fmla="*/ 116161 h 214679"/>
              <a:gd name="connsiteX9" fmla="*/ 208495 w 235351"/>
              <a:gd name="connsiteY9" fmla="*/ 95312 h 214679"/>
              <a:gd name="connsiteX10" fmla="*/ 220409 w 235351"/>
              <a:gd name="connsiteY10" fmla="*/ 65527 h 214679"/>
              <a:gd name="connsiteX11" fmla="*/ 226366 w 235351"/>
              <a:gd name="connsiteY11" fmla="*/ 38720 h 214679"/>
              <a:gd name="connsiteX12" fmla="*/ 235302 w 235351"/>
              <a:gd name="connsiteY12" fmla="*/ 0 h 214679"/>
              <a:gd name="connsiteX0" fmla="*/ 0 w 235351"/>
              <a:gd name="connsiteY0" fmla="*/ 202538 h 214679"/>
              <a:gd name="connsiteX1" fmla="*/ 14892 w 235351"/>
              <a:gd name="connsiteY1" fmla="*/ 211473 h 214679"/>
              <a:gd name="connsiteX2" fmla="*/ 89355 w 235351"/>
              <a:gd name="connsiteY2" fmla="*/ 208495 h 214679"/>
              <a:gd name="connsiteX3" fmla="*/ 122119 w 235351"/>
              <a:gd name="connsiteY3" fmla="*/ 187645 h 214679"/>
              <a:gd name="connsiteX4" fmla="*/ 154882 w 235351"/>
              <a:gd name="connsiteY4" fmla="*/ 163817 h 214679"/>
              <a:gd name="connsiteX5" fmla="*/ 184667 w 235351"/>
              <a:gd name="connsiteY5" fmla="*/ 134032 h 214679"/>
              <a:gd name="connsiteX6" fmla="*/ 193603 w 235351"/>
              <a:gd name="connsiteY6" fmla="*/ 128075 h 214679"/>
              <a:gd name="connsiteX7" fmla="*/ 202538 w 235351"/>
              <a:gd name="connsiteY7" fmla="*/ 116161 h 214679"/>
              <a:gd name="connsiteX8" fmla="*/ 208495 w 235351"/>
              <a:gd name="connsiteY8" fmla="*/ 95312 h 214679"/>
              <a:gd name="connsiteX9" fmla="*/ 220409 w 235351"/>
              <a:gd name="connsiteY9" fmla="*/ 65527 h 214679"/>
              <a:gd name="connsiteX10" fmla="*/ 226366 w 235351"/>
              <a:gd name="connsiteY10" fmla="*/ 38720 h 214679"/>
              <a:gd name="connsiteX11" fmla="*/ 235302 w 235351"/>
              <a:gd name="connsiteY11" fmla="*/ 0 h 2146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35351" h="214679">
                <a:moveTo>
                  <a:pt x="0" y="202538"/>
                </a:moveTo>
                <a:cubicBezTo>
                  <a:pt x="4964" y="205516"/>
                  <a:pt x="9517" y="209323"/>
                  <a:pt x="14892" y="211473"/>
                </a:cubicBezTo>
                <a:cubicBezTo>
                  <a:pt x="35570" y="219744"/>
                  <a:pt x="79075" y="209523"/>
                  <a:pt x="89355" y="208495"/>
                </a:cubicBezTo>
                <a:cubicBezTo>
                  <a:pt x="107226" y="204524"/>
                  <a:pt x="111198" y="195091"/>
                  <a:pt x="122119" y="187645"/>
                </a:cubicBezTo>
                <a:cubicBezTo>
                  <a:pt x="133040" y="180199"/>
                  <a:pt x="144457" y="172752"/>
                  <a:pt x="154882" y="163817"/>
                </a:cubicBezTo>
                <a:cubicBezTo>
                  <a:pt x="165307" y="154882"/>
                  <a:pt x="178214" y="139989"/>
                  <a:pt x="184667" y="134032"/>
                </a:cubicBezTo>
                <a:cubicBezTo>
                  <a:pt x="191121" y="128075"/>
                  <a:pt x="190624" y="130061"/>
                  <a:pt x="193603" y="128075"/>
                </a:cubicBezTo>
                <a:cubicBezTo>
                  <a:pt x="196581" y="124104"/>
                  <a:pt x="200075" y="120471"/>
                  <a:pt x="202538" y="116161"/>
                </a:cubicBezTo>
                <a:cubicBezTo>
                  <a:pt x="204648" y="112468"/>
                  <a:pt x="207577" y="98373"/>
                  <a:pt x="208495" y="95312"/>
                </a:cubicBezTo>
                <a:cubicBezTo>
                  <a:pt x="214015" y="76911"/>
                  <a:pt x="212946" y="80454"/>
                  <a:pt x="220409" y="65527"/>
                </a:cubicBezTo>
                <a:cubicBezTo>
                  <a:pt x="221959" y="57779"/>
                  <a:pt x="223965" y="46523"/>
                  <a:pt x="226366" y="38720"/>
                </a:cubicBezTo>
                <a:cubicBezTo>
                  <a:pt x="236558" y="5597"/>
                  <a:pt x="235302" y="22408"/>
                  <a:pt x="235302" y="0"/>
                </a:cubicBezTo>
              </a:path>
            </a:pathLst>
          </a:custGeom>
          <a:noFill/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4" name="Freeform: Shape 63">
            <a:extLst>
              <a:ext uri="{FF2B5EF4-FFF2-40B4-BE49-F238E27FC236}">
                <a16:creationId xmlns:a16="http://schemas.microsoft.com/office/drawing/2014/main" id="{B75F0660-9735-4010-AE3D-44BCB718E4A0}"/>
              </a:ext>
            </a:extLst>
          </p:cNvPr>
          <p:cNvSpPr/>
          <p:nvPr/>
        </p:nvSpPr>
        <p:spPr>
          <a:xfrm>
            <a:off x="878672" y="1131830"/>
            <a:ext cx="259115" cy="106083"/>
          </a:xfrm>
          <a:custGeom>
            <a:avLst/>
            <a:gdLst>
              <a:gd name="connsiteX0" fmla="*/ 0 w 271044"/>
              <a:gd name="connsiteY0" fmla="*/ 86376 h 92798"/>
              <a:gd name="connsiteX1" fmla="*/ 35742 w 271044"/>
              <a:gd name="connsiteY1" fmla="*/ 92333 h 92798"/>
              <a:gd name="connsiteX2" fmla="*/ 178710 w 271044"/>
              <a:gd name="connsiteY2" fmla="*/ 89355 h 92798"/>
              <a:gd name="connsiteX3" fmla="*/ 205517 w 271044"/>
              <a:gd name="connsiteY3" fmla="*/ 74462 h 92798"/>
              <a:gd name="connsiteX4" fmla="*/ 226366 w 271044"/>
              <a:gd name="connsiteY4" fmla="*/ 59570 h 92798"/>
              <a:gd name="connsiteX5" fmla="*/ 253173 w 271044"/>
              <a:gd name="connsiteY5" fmla="*/ 26806 h 92798"/>
              <a:gd name="connsiteX6" fmla="*/ 259130 w 271044"/>
              <a:gd name="connsiteY6" fmla="*/ 17871 h 92798"/>
              <a:gd name="connsiteX7" fmla="*/ 268065 w 271044"/>
              <a:gd name="connsiteY7" fmla="*/ 11914 h 92798"/>
              <a:gd name="connsiteX8" fmla="*/ 271044 w 271044"/>
              <a:gd name="connsiteY8" fmla="*/ 0 h 92798"/>
              <a:gd name="connsiteX0" fmla="*/ 9516 w 280560"/>
              <a:gd name="connsiteY0" fmla="*/ 86376 h 92798"/>
              <a:gd name="connsiteX1" fmla="*/ 45258 w 280560"/>
              <a:gd name="connsiteY1" fmla="*/ 92333 h 92798"/>
              <a:gd name="connsiteX2" fmla="*/ 188226 w 280560"/>
              <a:gd name="connsiteY2" fmla="*/ 89355 h 92798"/>
              <a:gd name="connsiteX3" fmla="*/ 215033 w 280560"/>
              <a:gd name="connsiteY3" fmla="*/ 74462 h 92798"/>
              <a:gd name="connsiteX4" fmla="*/ 235882 w 280560"/>
              <a:gd name="connsiteY4" fmla="*/ 59570 h 92798"/>
              <a:gd name="connsiteX5" fmla="*/ 262689 w 280560"/>
              <a:gd name="connsiteY5" fmla="*/ 26806 h 92798"/>
              <a:gd name="connsiteX6" fmla="*/ 268646 w 280560"/>
              <a:gd name="connsiteY6" fmla="*/ 17871 h 92798"/>
              <a:gd name="connsiteX7" fmla="*/ 277581 w 280560"/>
              <a:gd name="connsiteY7" fmla="*/ 11914 h 92798"/>
              <a:gd name="connsiteX8" fmla="*/ 280560 w 280560"/>
              <a:gd name="connsiteY8" fmla="*/ 0 h 92798"/>
              <a:gd name="connsiteX0" fmla="*/ 0 w 235302"/>
              <a:gd name="connsiteY0" fmla="*/ 92333 h 92798"/>
              <a:gd name="connsiteX1" fmla="*/ 142968 w 235302"/>
              <a:gd name="connsiteY1" fmla="*/ 89355 h 92798"/>
              <a:gd name="connsiteX2" fmla="*/ 169775 w 235302"/>
              <a:gd name="connsiteY2" fmla="*/ 74462 h 92798"/>
              <a:gd name="connsiteX3" fmla="*/ 190624 w 235302"/>
              <a:gd name="connsiteY3" fmla="*/ 59570 h 92798"/>
              <a:gd name="connsiteX4" fmla="*/ 217431 w 235302"/>
              <a:gd name="connsiteY4" fmla="*/ 26806 h 92798"/>
              <a:gd name="connsiteX5" fmla="*/ 223388 w 235302"/>
              <a:gd name="connsiteY5" fmla="*/ 17871 h 92798"/>
              <a:gd name="connsiteX6" fmla="*/ 232323 w 235302"/>
              <a:gd name="connsiteY6" fmla="*/ 11914 h 92798"/>
              <a:gd name="connsiteX7" fmla="*/ 235302 w 235302"/>
              <a:gd name="connsiteY7" fmla="*/ 0 h 92798"/>
              <a:gd name="connsiteX0" fmla="*/ 0 w 254352"/>
              <a:gd name="connsiteY0" fmla="*/ 92333 h 92798"/>
              <a:gd name="connsiteX1" fmla="*/ 162018 w 254352"/>
              <a:gd name="connsiteY1" fmla="*/ 89355 h 92798"/>
              <a:gd name="connsiteX2" fmla="*/ 188825 w 254352"/>
              <a:gd name="connsiteY2" fmla="*/ 74462 h 92798"/>
              <a:gd name="connsiteX3" fmla="*/ 209674 w 254352"/>
              <a:gd name="connsiteY3" fmla="*/ 59570 h 92798"/>
              <a:gd name="connsiteX4" fmla="*/ 236481 w 254352"/>
              <a:gd name="connsiteY4" fmla="*/ 26806 h 92798"/>
              <a:gd name="connsiteX5" fmla="*/ 242438 w 254352"/>
              <a:gd name="connsiteY5" fmla="*/ 17871 h 92798"/>
              <a:gd name="connsiteX6" fmla="*/ 251373 w 254352"/>
              <a:gd name="connsiteY6" fmla="*/ 11914 h 92798"/>
              <a:gd name="connsiteX7" fmla="*/ 254352 w 254352"/>
              <a:gd name="connsiteY7" fmla="*/ 0 h 92798"/>
              <a:gd name="connsiteX0" fmla="*/ 0 w 254352"/>
              <a:gd name="connsiteY0" fmla="*/ 92333 h 106078"/>
              <a:gd name="connsiteX1" fmla="*/ 59625 w 254352"/>
              <a:gd name="connsiteY1" fmla="*/ 106024 h 106078"/>
              <a:gd name="connsiteX2" fmla="*/ 188825 w 254352"/>
              <a:gd name="connsiteY2" fmla="*/ 74462 h 106078"/>
              <a:gd name="connsiteX3" fmla="*/ 209674 w 254352"/>
              <a:gd name="connsiteY3" fmla="*/ 59570 h 106078"/>
              <a:gd name="connsiteX4" fmla="*/ 236481 w 254352"/>
              <a:gd name="connsiteY4" fmla="*/ 26806 h 106078"/>
              <a:gd name="connsiteX5" fmla="*/ 242438 w 254352"/>
              <a:gd name="connsiteY5" fmla="*/ 17871 h 106078"/>
              <a:gd name="connsiteX6" fmla="*/ 251373 w 254352"/>
              <a:gd name="connsiteY6" fmla="*/ 11914 h 106078"/>
              <a:gd name="connsiteX7" fmla="*/ 254352 w 254352"/>
              <a:gd name="connsiteY7" fmla="*/ 0 h 106078"/>
              <a:gd name="connsiteX0" fmla="*/ 0 w 259115"/>
              <a:gd name="connsiteY0" fmla="*/ 91143 h 106073"/>
              <a:gd name="connsiteX1" fmla="*/ 64388 w 259115"/>
              <a:gd name="connsiteY1" fmla="*/ 106024 h 106073"/>
              <a:gd name="connsiteX2" fmla="*/ 193588 w 259115"/>
              <a:gd name="connsiteY2" fmla="*/ 74462 h 106073"/>
              <a:gd name="connsiteX3" fmla="*/ 214437 w 259115"/>
              <a:gd name="connsiteY3" fmla="*/ 59570 h 106073"/>
              <a:gd name="connsiteX4" fmla="*/ 241244 w 259115"/>
              <a:gd name="connsiteY4" fmla="*/ 26806 h 106073"/>
              <a:gd name="connsiteX5" fmla="*/ 247201 w 259115"/>
              <a:gd name="connsiteY5" fmla="*/ 17871 h 106073"/>
              <a:gd name="connsiteX6" fmla="*/ 256136 w 259115"/>
              <a:gd name="connsiteY6" fmla="*/ 11914 h 106073"/>
              <a:gd name="connsiteX7" fmla="*/ 259115 w 259115"/>
              <a:gd name="connsiteY7" fmla="*/ 0 h 106073"/>
              <a:gd name="connsiteX0" fmla="*/ 0 w 259115"/>
              <a:gd name="connsiteY0" fmla="*/ 91143 h 106083"/>
              <a:gd name="connsiteX1" fmla="*/ 64388 w 259115"/>
              <a:gd name="connsiteY1" fmla="*/ 106024 h 106083"/>
              <a:gd name="connsiteX2" fmla="*/ 193588 w 259115"/>
              <a:gd name="connsiteY2" fmla="*/ 74462 h 106083"/>
              <a:gd name="connsiteX3" fmla="*/ 214437 w 259115"/>
              <a:gd name="connsiteY3" fmla="*/ 59570 h 106083"/>
              <a:gd name="connsiteX4" fmla="*/ 241244 w 259115"/>
              <a:gd name="connsiteY4" fmla="*/ 26806 h 106083"/>
              <a:gd name="connsiteX5" fmla="*/ 247201 w 259115"/>
              <a:gd name="connsiteY5" fmla="*/ 17871 h 106083"/>
              <a:gd name="connsiteX6" fmla="*/ 256136 w 259115"/>
              <a:gd name="connsiteY6" fmla="*/ 11914 h 106083"/>
              <a:gd name="connsiteX7" fmla="*/ 259115 w 259115"/>
              <a:gd name="connsiteY7" fmla="*/ 0 h 106083"/>
              <a:gd name="connsiteX0" fmla="*/ 0 w 259115"/>
              <a:gd name="connsiteY0" fmla="*/ 91143 h 106083"/>
              <a:gd name="connsiteX1" fmla="*/ 64388 w 259115"/>
              <a:gd name="connsiteY1" fmla="*/ 106024 h 106083"/>
              <a:gd name="connsiteX2" fmla="*/ 137628 w 259115"/>
              <a:gd name="connsiteY2" fmla="*/ 97083 h 106083"/>
              <a:gd name="connsiteX3" fmla="*/ 214437 w 259115"/>
              <a:gd name="connsiteY3" fmla="*/ 59570 h 106083"/>
              <a:gd name="connsiteX4" fmla="*/ 241244 w 259115"/>
              <a:gd name="connsiteY4" fmla="*/ 26806 h 106083"/>
              <a:gd name="connsiteX5" fmla="*/ 247201 w 259115"/>
              <a:gd name="connsiteY5" fmla="*/ 17871 h 106083"/>
              <a:gd name="connsiteX6" fmla="*/ 256136 w 259115"/>
              <a:gd name="connsiteY6" fmla="*/ 11914 h 106083"/>
              <a:gd name="connsiteX7" fmla="*/ 259115 w 259115"/>
              <a:gd name="connsiteY7" fmla="*/ 0 h 1060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59115" h="106083">
                <a:moveTo>
                  <a:pt x="0" y="91143"/>
                </a:moveTo>
                <a:cubicBezTo>
                  <a:pt x="28584" y="95289"/>
                  <a:pt x="16732" y="107017"/>
                  <a:pt x="64388" y="106024"/>
                </a:cubicBezTo>
                <a:cubicBezTo>
                  <a:pt x="71092" y="102672"/>
                  <a:pt x="112620" y="104825"/>
                  <a:pt x="137628" y="97083"/>
                </a:cubicBezTo>
                <a:cubicBezTo>
                  <a:pt x="162636" y="89341"/>
                  <a:pt x="198019" y="65042"/>
                  <a:pt x="214437" y="59570"/>
                </a:cubicBezTo>
                <a:cubicBezTo>
                  <a:pt x="223373" y="48649"/>
                  <a:pt x="233416" y="38547"/>
                  <a:pt x="241244" y="26806"/>
                </a:cubicBezTo>
                <a:cubicBezTo>
                  <a:pt x="243230" y="23828"/>
                  <a:pt x="244670" y="20402"/>
                  <a:pt x="247201" y="17871"/>
                </a:cubicBezTo>
                <a:cubicBezTo>
                  <a:pt x="249732" y="15340"/>
                  <a:pt x="254150" y="14892"/>
                  <a:pt x="256136" y="11914"/>
                </a:cubicBezTo>
                <a:cubicBezTo>
                  <a:pt x="258407" y="8508"/>
                  <a:pt x="258122" y="3971"/>
                  <a:pt x="259115" y="0"/>
                </a:cubicBezTo>
              </a:path>
            </a:pathLst>
          </a:cu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5" name="Freeform: Shape 64">
            <a:extLst>
              <a:ext uri="{FF2B5EF4-FFF2-40B4-BE49-F238E27FC236}">
                <a16:creationId xmlns:a16="http://schemas.microsoft.com/office/drawing/2014/main" id="{CEA0A746-BF51-4F7B-B7A0-D6F565EBBDD8}"/>
              </a:ext>
            </a:extLst>
          </p:cNvPr>
          <p:cNvSpPr/>
          <p:nvPr/>
        </p:nvSpPr>
        <p:spPr>
          <a:xfrm>
            <a:off x="723776" y="1328412"/>
            <a:ext cx="154882" cy="23828"/>
          </a:xfrm>
          <a:custGeom>
            <a:avLst/>
            <a:gdLst>
              <a:gd name="connsiteX0" fmla="*/ 0 w 154882"/>
              <a:gd name="connsiteY0" fmla="*/ 2978 h 23828"/>
              <a:gd name="connsiteX1" fmla="*/ 56591 w 154882"/>
              <a:gd name="connsiteY1" fmla="*/ 23828 h 23828"/>
              <a:gd name="connsiteX2" fmla="*/ 137011 w 154882"/>
              <a:gd name="connsiteY2" fmla="*/ 17871 h 23828"/>
              <a:gd name="connsiteX3" fmla="*/ 142968 w 154882"/>
              <a:gd name="connsiteY3" fmla="*/ 8935 h 23828"/>
              <a:gd name="connsiteX4" fmla="*/ 151903 w 154882"/>
              <a:gd name="connsiteY4" fmla="*/ 2978 h 23828"/>
              <a:gd name="connsiteX5" fmla="*/ 154882 w 154882"/>
              <a:gd name="connsiteY5" fmla="*/ 0 h 238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4882" h="23828">
                <a:moveTo>
                  <a:pt x="0" y="2978"/>
                </a:moveTo>
                <a:cubicBezTo>
                  <a:pt x="42021" y="23989"/>
                  <a:pt x="22556" y="18965"/>
                  <a:pt x="56591" y="23828"/>
                </a:cubicBezTo>
                <a:cubicBezTo>
                  <a:pt x="83398" y="21842"/>
                  <a:pt x="110522" y="22438"/>
                  <a:pt x="137011" y="17871"/>
                </a:cubicBezTo>
                <a:cubicBezTo>
                  <a:pt x="140539" y="17263"/>
                  <a:pt x="140437" y="11466"/>
                  <a:pt x="142968" y="8935"/>
                </a:cubicBezTo>
                <a:cubicBezTo>
                  <a:pt x="145499" y="6404"/>
                  <a:pt x="149039" y="5126"/>
                  <a:pt x="151903" y="2978"/>
                </a:cubicBezTo>
                <a:cubicBezTo>
                  <a:pt x="153026" y="2136"/>
                  <a:pt x="153889" y="993"/>
                  <a:pt x="154882" y="0"/>
                </a:cubicBezTo>
              </a:path>
            </a:pathLst>
          </a:cu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8637A2CE-C4A4-443B-B881-1E7BB9C3A014}"/>
                  </a:ext>
                </a:extLst>
              </p:cNvPr>
              <p:cNvSpPr txBox="1"/>
              <p:nvPr/>
            </p:nvSpPr>
            <p:spPr>
              <a:xfrm>
                <a:off x="6486814" y="910219"/>
                <a:ext cx="18947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en-GB" dirty="0">
                  <a:solidFill>
                    <a:schemeClr val="accent2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8637A2CE-C4A4-443B-B881-1E7BB9C3A0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86814" y="910219"/>
                <a:ext cx="189474" cy="276999"/>
              </a:xfrm>
              <a:prstGeom prst="rect">
                <a:avLst/>
              </a:prstGeom>
              <a:blipFill>
                <a:blip r:embed="rId2"/>
                <a:stretch>
                  <a:fillRect l="-29032" r="-25806" b="-652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E1CC979B-BFAB-4B2A-86DE-40000197B3C0}"/>
                  </a:ext>
                </a:extLst>
              </p:cNvPr>
              <p:cNvSpPr txBox="1"/>
              <p:nvPr/>
            </p:nvSpPr>
            <p:spPr>
              <a:xfrm>
                <a:off x="5938670" y="2402833"/>
                <a:ext cx="21480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∝</m:t>
                      </m:r>
                    </m:oMath>
                  </m:oMathPara>
                </a14:m>
                <a:endParaRPr lang="en-GB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E1CC979B-BFAB-4B2A-86DE-40000197B3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8670" y="2402833"/>
                <a:ext cx="214802" cy="276999"/>
              </a:xfrm>
              <a:prstGeom prst="rect">
                <a:avLst/>
              </a:prstGeom>
              <a:blipFill>
                <a:blip r:embed="rId3"/>
                <a:stretch>
                  <a:fillRect l="-17143" r="-20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045610EB-1058-45BF-836F-4F627637AF32}"/>
                  </a:ext>
                </a:extLst>
              </p:cNvPr>
              <p:cNvSpPr txBox="1"/>
              <p:nvPr/>
            </p:nvSpPr>
            <p:spPr>
              <a:xfrm>
                <a:off x="5007925" y="2231778"/>
                <a:ext cx="21493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𝜙</m:t>
                      </m:r>
                    </m:oMath>
                  </m:oMathPara>
                </a14:m>
                <a:endParaRPr lang="en-GB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045610EB-1058-45BF-836F-4F627637AF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7925" y="2231778"/>
                <a:ext cx="214931" cy="276999"/>
              </a:xfrm>
              <a:prstGeom prst="rect">
                <a:avLst/>
              </a:prstGeom>
              <a:blipFill>
                <a:blip r:embed="rId4"/>
                <a:stretch>
                  <a:fillRect l="-40000" r="-34286" b="-3260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0A927FFF-FDBA-4F44-9741-1DA966DB4431}"/>
                  </a:ext>
                </a:extLst>
              </p:cNvPr>
              <p:cNvSpPr txBox="1"/>
              <p:nvPr/>
            </p:nvSpPr>
            <p:spPr>
              <a:xfrm>
                <a:off x="6828045" y="1333591"/>
                <a:ext cx="21480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∝</m:t>
                      </m:r>
                    </m:oMath>
                  </m:oMathPara>
                </a14:m>
                <a:endParaRPr lang="en-GB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0A927FFF-FDBA-4F44-9741-1DA966DB44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8045" y="1333591"/>
                <a:ext cx="214802" cy="276999"/>
              </a:xfrm>
              <a:prstGeom prst="rect">
                <a:avLst/>
              </a:prstGeom>
              <a:blipFill>
                <a:blip r:embed="rId5"/>
                <a:stretch>
                  <a:fillRect l="-17143" r="-20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A5B81EE5-6E6E-4749-BE92-0C1DA38F6B5F}"/>
                  </a:ext>
                </a:extLst>
              </p:cNvPr>
              <p:cNvSpPr txBox="1"/>
              <p:nvPr/>
            </p:nvSpPr>
            <p:spPr>
              <a:xfrm>
                <a:off x="699268" y="1363872"/>
                <a:ext cx="21480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∝</m:t>
                      </m:r>
                    </m:oMath>
                  </m:oMathPara>
                </a14:m>
                <a:endParaRPr lang="en-GB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A5B81EE5-6E6E-4749-BE92-0C1DA38F6B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268" y="1363872"/>
                <a:ext cx="214802" cy="276999"/>
              </a:xfrm>
              <a:prstGeom prst="rect">
                <a:avLst/>
              </a:prstGeom>
              <a:blipFill>
                <a:blip r:embed="rId6"/>
                <a:stretch>
                  <a:fillRect l="-20000" r="-1714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72E5CB1E-698F-424D-A4ED-C4B0DB582094}"/>
                  </a:ext>
                </a:extLst>
              </p:cNvPr>
              <p:cNvSpPr txBox="1"/>
              <p:nvPr/>
            </p:nvSpPr>
            <p:spPr>
              <a:xfrm>
                <a:off x="2395619" y="2735765"/>
                <a:ext cx="18947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en-GB" dirty="0">
                  <a:solidFill>
                    <a:schemeClr val="accent2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72E5CB1E-698F-424D-A4ED-C4B0DB5820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95619" y="2735765"/>
                <a:ext cx="189474" cy="276999"/>
              </a:xfrm>
              <a:prstGeom prst="rect">
                <a:avLst/>
              </a:prstGeom>
              <a:blipFill>
                <a:blip r:embed="rId7"/>
                <a:stretch>
                  <a:fillRect l="-32258" r="-22581" b="-66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7AFE26AF-7B9A-4C33-9A11-A264C5E92ABE}"/>
                  </a:ext>
                </a:extLst>
              </p:cNvPr>
              <p:cNvSpPr txBox="1"/>
              <p:nvPr/>
            </p:nvSpPr>
            <p:spPr>
              <a:xfrm>
                <a:off x="962210" y="586697"/>
                <a:ext cx="18947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en-GB" dirty="0">
                  <a:solidFill>
                    <a:schemeClr val="accent2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7AFE26AF-7B9A-4C33-9A11-A264C5E92A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2210" y="586697"/>
                <a:ext cx="189474" cy="276999"/>
              </a:xfrm>
              <a:prstGeom prst="rect">
                <a:avLst/>
              </a:prstGeom>
              <a:blipFill>
                <a:blip r:embed="rId8"/>
                <a:stretch>
                  <a:fillRect l="-32258" r="-22581" b="-652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42FD31E4-48AE-4398-8565-35A0DB818C5B}"/>
                  </a:ext>
                </a:extLst>
              </p:cNvPr>
              <p:cNvSpPr txBox="1"/>
              <p:nvPr/>
            </p:nvSpPr>
            <p:spPr>
              <a:xfrm>
                <a:off x="1943426" y="2421694"/>
                <a:ext cx="21493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𝜙</m:t>
                      </m:r>
                    </m:oMath>
                  </m:oMathPara>
                </a14:m>
                <a:endParaRPr lang="en-GB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42FD31E4-48AE-4398-8565-35A0DB818C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3426" y="2421694"/>
                <a:ext cx="214931" cy="276999"/>
              </a:xfrm>
              <a:prstGeom prst="rect">
                <a:avLst/>
              </a:prstGeom>
              <a:blipFill>
                <a:blip r:embed="rId9"/>
                <a:stretch>
                  <a:fillRect l="-40000" r="-34286" b="-3260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B41503E2-4EE8-4B5E-A7D3-2156B63AAAC3}"/>
                  </a:ext>
                </a:extLst>
              </p:cNvPr>
              <p:cNvSpPr txBox="1"/>
              <p:nvPr/>
            </p:nvSpPr>
            <p:spPr>
              <a:xfrm>
                <a:off x="4678740" y="2190478"/>
                <a:ext cx="18947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en-GB" dirty="0">
                  <a:solidFill>
                    <a:schemeClr val="accent2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B41503E2-4EE8-4B5E-A7D3-2156B63AAA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8740" y="2190478"/>
                <a:ext cx="189474" cy="276999"/>
              </a:xfrm>
              <a:prstGeom prst="rect">
                <a:avLst/>
              </a:prstGeom>
              <a:blipFill>
                <a:blip r:embed="rId10"/>
                <a:stretch>
                  <a:fillRect l="-32258" r="-22581" b="-652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335D4984-88E2-4297-B7F8-708E91ECD2CC}"/>
                  </a:ext>
                </a:extLst>
              </p:cNvPr>
              <p:cNvSpPr txBox="1"/>
              <p:nvPr/>
            </p:nvSpPr>
            <p:spPr>
              <a:xfrm>
                <a:off x="6594743" y="680568"/>
                <a:ext cx="21493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𝜙</m:t>
                      </m:r>
                    </m:oMath>
                  </m:oMathPara>
                </a14:m>
                <a:endParaRPr lang="en-GB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335D4984-88E2-4297-B7F8-708E91ECD2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4743" y="680568"/>
                <a:ext cx="214931" cy="276999"/>
              </a:xfrm>
              <a:prstGeom prst="rect">
                <a:avLst/>
              </a:prstGeom>
              <a:blipFill>
                <a:blip r:embed="rId11"/>
                <a:stretch>
                  <a:fillRect l="-40000" r="-34286" b="-3333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3DACE86F-C0A4-4116-A8F0-7C868DE41ECC}"/>
                  </a:ext>
                </a:extLst>
              </p:cNvPr>
              <p:cNvSpPr txBox="1"/>
              <p:nvPr/>
            </p:nvSpPr>
            <p:spPr>
              <a:xfrm>
                <a:off x="949481" y="1174704"/>
                <a:ext cx="21493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𝜙</m:t>
                      </m:r>
                    </m:oMath>
                  </m:oMathPara>
                </a14:m>
                <a:endParaRPr lang="en-GB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3DACE86F-C0A4-4116-A8F0-7C868DE41E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9481" y="1174704"/>
                <a:ext cx="214931" cy="276999"/>
              </a:xfrm>
              <a:prstGeom prst="rect">
                <a:avLst/>
              </a:prstGeom>
              <a:blipFill>
                <a:blip r:embed="rId12"/>
                <a:stretch>
                  <a:fillRect l="-40000" r="-34286" b="-3333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D4929B65-DFA6-47DA-AC68-A0E635A9FA35}"/>
              </a:ext>
            </a:extLst>
          </p:cNvPr>
          <p:cNvCxnSpPr>
            <a:cxnSpLocks/>
          </p:cNvCxnSpPr>
          <p:nvPr/>
        </p:nvCxnSpPr>
        <p:spPr>
          <a:xfrm>
            <a:off x="399421" y="439930"/>
            <a:ext cx="445812" cy="3074702"/>
          </a:xfrm>
          <a:prstGeom prst="straightConnector1">
            <a:avLst/>
          </a:prstGeom>
          <a:ln w="12700">
            <a:headEnd type="triangle"/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92896D82-0656-4FB8-A165-8BFDD6D4749B}"/>
                  </a:ext>
                </a:extLst>
              </p:cNvPr>
              <p:cNvSpPr txBox="1"/>
              <p:nvPr/>
            </p:nvSpPr>
            <p:spPr>
              <a:xfrm rot="21187612">
                <a:off x="500257" y="2051979"/>
                <a:ext cx="266035" cy="276999"/>
              </a:xfrm>
              <a:prstGeom prst="rect">
                <a:avLst/>
              </a:prstGeom>
            </p:spPr>
            <p:style>
              <a:lnRef idx="2">
                <a:schemeClr val="accent4"/>
              </a:lnRef>
              <a:fillRef idx="1">
                <a:schemeClr val="lt1"/>
              </a:fillRef>
              <a:effectRef idx="0">
                <a:schemeClr val="accent4"/>
              </a:effectRef>
              <a:fontRef idx="minor">
                <a:schemeClr val="dk1"/>
              </a:fontRef>
            </p:style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  <m:sub>
                          <m:r>
                            <a:rPr lang="pt-BR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𝒔</m:t>
                          </m:r>
                        </m:sub>
                      </m:sSub>
                    </m:oMath>
                  </m:oMathPara>
                </a14:m>
                <a:endParaRPr lang="en-GB" b="1" i="1" dirty="0"/>
              </a:p>
            </p:txBody>
          </p:sp>
        </mc:Choice>
        <mc:Fallback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92896D82-0656-4FB8-A165-8BFDD6D474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1187612">
                <a:off x="500257" y="2051979"/>
                <a:ext cx="266035" cy="276999"/>
              </a:xfrm>
              <a:prstGeom prst="rect">
                <a:avLst/>
              </a:prstGeom>
              <a:blipFill>
                <a:blip r:embed="rId13"/>
                <a:stretch>
                  <a:fillRect l="-384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F7253209-802E-49E3-B5A7-1009E40E3E88}"/>
              </a:ext>
            </a:extLst>
          </p:cNvPr>
          <p:cNvCxnSpPr>
            <a:cxnSpLocks/>
          </p:cNvCxnSpPr>
          <p:nvPr/>
        </p:nvCxnSpPr>
        <p:spPr>
          <a:xfrm>
            <a:off x="7004741" y="380395"/>
            <a:ext cx="282138" cy="2041299"/>
          </a:xfrm>
          <a:prstGeom prst="straightConnector1">
            <a:avLst/>
          </a:prstGeom>
          <a:ln w="12700">
            <a:headEnd type="triangle"/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3FED234B-5BBF-4208-88A3-488375F5C611}"/>
                  </a:ext>
                </a:extLst>
              </p:cNvPr>
              <p:cNvSpPr txBox="1"/>
              <p:nvPr/>
            </p:nvSpPr>
            <p:spPr>
              <a:xfrm rot="21187612">
                <a:off x="7069880" y="1320772"/>
                <a:ext cx="281744" cy="276999"/>
              </a:xfrm>
              <a:prstGeom prst="rect">
                <a:avLst/>
              </a:prstGeom>
            </p:spPr>
            <p:style>
              <a:lnRef idx="2">
                <a:schemeClr val="accent4"/>
              </a:lnRef>
              <a:fillRef idx="1">
                <a:schemeClr val="lt1"/>
              </a:fillRef>
              <a:effectRef idx="0">
                <a:schemeClr val="accent4"/>
              </a:effectRef>
              <a:fontRef idx="minor">
                <a:schemeClr val="dk1"/>
              </a:fontRef>
            </p:style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  <m:sub>
                          <m:r>
                            <a:rPr lang="pt-BR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𝒓</m:t>
                          </m:r>
                        </m:sub>
                      </m:sSub>
                    </m:oMath>
                  </m:oMathPara>
                </a14:m>
                <a:endParaRPr lang="en-GB" b="1" i="1" dirty="0"/>
              </a:p>
            </p:txBody>
          </p:sp>
        </mc:Choice>
        <mc:Fallback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3FED234B-5BBF-4208-88A3-488375F5C6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1187612">
                <a:off x="7069880" y="1320772"/>
                <a:ext cx="281744" cy="276999"/>
              </a:xfrm>
              <a:prstGeom prst="rect">
                <a:avLst/>
              </a:prstGeom>
              <a:blipFill>
                <a:blip r:embed="rId14"/>
                <a:stretch>
                  <a:fillRect l="-3704" b="-370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EADFA6D9-3985-48D4-AF91-43557E92D495}"/>
                  </a:ext>
                </a:extLst>
              </p:cNvPr>
              <p:cNvSpPr txBox="1"/>
              <p:nvPr/>
            </p:nvSpPr>
            <p:spPr>
              <a:xfrm>
                <a:off x="125960" y="3213844"/>
                <a:ext cx="64261" cy="30078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1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1" i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𝐯</m:t>
                          </m:r>
                        </m:e>
                        <m:sub>
                          <m:sSub>
                            <m:sSubPr>
                              <m:ctrlPr>
                                <a:rPr lang="en-GB" b="1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1" i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𝐩</m:t>
                              </m:r>
                            </m:e>
                            <m:sub>
                              <m:r>
                                <a:rPr lang="en-GB" b="1" i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GB" b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EADFA6D9-3985-48D4-AF91-43557E92D4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960" y="3213844"/>
                <a:ext cx="64261" cy="300788"/>
              </a:xfrm>
              <a:prstGeom prst="rect">
                <a:avLst/>
              </a:prstGeom>
              <a:blipFill>
                <a:blip r:embed="rId15"/>
                <a:stretch>
                  <a:fillRect l="-100000" r="-480000" b="-22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3695D2AB-D0EE-4636-B3CB-4F6CD67F3841}"/>
                  </a:ext>
                </a:extLst>
              </p:cNvPr>
              <p:cNvSpPr txBox="1"/>
              <p:nvPr/>
            </p:nvSpPr>
            <p:spPr>
              <a:xfrm>
                <a:off x="426149" y="3232740"/>
                <a:ext cx="59864" cy="30078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1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1" i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𝐯</m:t>
                          </m:r>
                        </m:e>
                        <m:sub>
                          <m:sSub>
                            <m:sSubPr>
                              <m:ctrlPr>
                                <a:rPr lang="en-GB" b="1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1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𝐬</m:t>
                              </m:r>
                            </m:e>
                            <m:sub>
                              <m:r>
                                <a:rPr lang="en-GB" b="1" i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GB" b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3695D2AB-D0EE-4636-B3CB-4F6CD67F38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149" y="3232740"/>
                <a:ext cx="59864" cy="300788"/>
              </a:xfrm>
              <a:prstGeom prst="rect">
                <a:avLst/>
              </a:prstGeom>
              <a:blipFill>
                <a:blip r:embed="rId16"/>
                <a:stretch>
                  <a:fillRect l="-100000" r="-440000" b="-16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0783E1CE-DCAE-4DCA-AF54-50FB426CC89F}"/>
                  </a:ext>
                </a:extLst>
              </p:cNvPr>
              <p:cNvSpPr txBox="1"/>
              <p:nvPr/>
            </p:nvSpPr>
            <p:spPr>
              <a:xfrm>
                <a:off x="127310" y="3791309"/>
                <a:ext cx="163203" cy="5777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b="1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1" i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𝐯</m:t>
                        </m:r>
                      </m:e>
                      <m:sub>
                        <m:sSub>
                          <m:sSubPr>
                            <m:ctrlPr>
                              <a:rPr lang="en-GB" b="1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1" i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𝐩</m:t>
                            </m:r>
                          </m:e>
                          <m:sub>
                            <m:r>
                              <a:rPr lang="en-GB" b="1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GB" b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</a:p>
            </p:txBody>
          </p:sp>
        </mc:Choice>
        <mc:Fallback xmlns="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0783E1CE-DCAE-4DCA-AF54-50FB426CC8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310" y="3791309"/>
                <a:ext cx="163203" cy="577787"/>
              </a:xfrm>
              <a:prstGeom prst="rect">
                <a:avLst/>
              </a:prstGeom>
              <a:blipFill>
                <a:blip r:embed="rId17"/>
                <a:stretch>
                  <a:fillRect l="-37037" r="-11481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E32B83BC-712C-408E-B8B6-1237E65B8855}"/>
                  </a:ext>
                </a:extLst>
              </p:cNvPr>
              <p:cNvSpPr txBox="1"/>
              <p:nvPr/>
            </p:nvSpPr>
            <p:spPr>
              <a:xfrm>
                <a:off x="427499" y="3810205"/>
                <a:ext cx="343492" cy="3007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1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1" i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𝐯</m:t>
                          </m:r>
                        </m:e>
                        <m:sub>
                          <m:sSub>
                            <m:sSubPr>
                              <m:ctrlPr>
                                <a:rPr lang="en-GB" b="1" i="1" smtClean="0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1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𝐬</m:t>
                              </m:r>
                            </m:e>
                            <m:sub>
                              <m:r>
                                <a:rPr lang="en-GB" b="1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GB" b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E32B83BC-712C-408E-B8B6-1237E65B88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7499" y="3810205"/>
                <a:ext cx="343492" cy="300788"/>
              </a:xfrm>
              <a:prstGeom prst="rect">
                <a:avLst/>
              </a:prstGeom>
              <a:blipFill>
                <a:blip r:embed="rId18"/>
                <a:stretch>
                  <a:fillRect l="-10714" r="-3571" b="-183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A28FCCF3-DD2A-4A7D-BBA5-67FC5441BE50}"/>
              </a:ext>
            </a:extLst>
          </p:cNvPr>
          <p:cNvCxnSpPr>
            <a:cxnSpLocks/>
          </p:cNvCxnSpPr>
          <p:nvPr/>
        </p:nvCxnSpPr>
        <p:spPr>
          <a:xfrm flipH="1">
            <a:off x="1239057" y="3380912"/>
            <a:ext cx="1108002" cy="187948"/>
          </a:xfrm>
          <a:prstGeom prst="straightConnector1">
            <a:avLst/>
          </a:prstGeom>
          <a:ln w="12700">
            <a:headEnd type="triangle"/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CF914A2D-DDF4-4D8D-9556-F5812A6B0354}"/>
                  </a:ext>
                </a:extLst>
              </p:cNvPr>
              <p:cNvSpPr txBox="1"/>
              <p:nvPr/>
            </p:nvSpPr>
            <p:spPr>
              <a:xfrm rot="21020298">
                <a:off x="1395498" y="3529276"/>
                <a:ext cx="900823" cy="276999"/>
              </a:xfrm>
              <a:prstGeom prst="rect">
                <a:avLst/>
              </a:prstGeom>
            </p:spPr>
            <p:style>
              <a:lnRef idx="2">
                <a:schemeClr val="accent4"/>
              </a:lnRef>
              <a:fillRef idx="1">
                <a:schemeClr val="lt1"/>
              </a:fillRef>
              <a:effectRef idx="0">
                <a:schemeClr val="accent4"/>
              </a:effectRef>
              <a:fontRef idx="minor">
                <a:schemeClr val="dk1"/>
              </a:fontRef>
            </p:style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  <m:sub>
                          <m:r>
                            <a:rPr lang="pt-BR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𝒔</m:t>
                          </m:r>
                        </m:sub>
                      </m:sSub>
                      <m:r>
                        <a:rPr lang="en-GB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func>
                        <m:funcPr>
                          <m:ctrlPr>
                            <a:rPr lang="en-GB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GB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𝒕𝒈</m:t>
                          </m:r>
                        </m:fName>
                        <m:e>
                          <m:r>
                            <a:rPr lang="en-GB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𝝓</m:t>
                          </m:r>
                        </m:e>
                      </m:func>
                    </m:oMath>
                  </m:oMathPara>
                </a14:m>
                <a:endParaRPr lang="en-GB" b="1" i="1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CF914A2D-DDF4-4D8D-9556-F5812A6B03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1020298">
                <a:off x="1395498" y="3529276"/>
                <a:ext cx="900823" cy="276999"/>
              </a:xfrm>
              <a:prstGeom prst="rect">
                <a:avLst/>
              </a:prstGeom>
              <a:blipFill>
                <a:blip r:embed="rId19"/>
                <a:stretch>
                  <a:fillRect r="-9211" b="-555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3CAFD786-82EF-4C9B-9A20-7E7C2B7E8AED}"/>
                  </a:ext>
                </a:extLst>
              </p:cNvPr>
              <p:cNvSpPr txBox="1"/>
              <p:nvPr/>
            </p:nvSpPr>
            <p:spPr>
              <a:xfrm rot="21020298">
                <a:off x="5679979" y="2759228"/>
                <a:ext cx="905633" cy="276999"/>
              </a:xfrm>
              <a:prstGeom prst="rect">
                <a:avLst/>
              </a:prstGeom>
            </p:spPr>
            <p:style>
              <a:lnRef idx="2">
                <a:schemeClr val="accent4"/>
              </a:lnRef>
              <a:fillRef idx="1">
                <a:schemeClr val="lt1"/>
              </a:fillRef>
              <a:effectRef idx="0">
                <a:schemeClr val="accent4"/>
              </a:effectRef>
              <a:fontRef idx="minor">
                <a:schemeClr val="dk1"/>
              </a:fontRef>
            </p:style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  <m:sub>
                          <m:r>
                            <a:rPr lang="pt-BR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𝒓</m:t>
                          </m:r>
                        </m:sub>
                      </m:sSub>
                      <m:r>
                        <a:rPr lang="en-GB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func>
                        <m:funcPr>
                          <m:ctrlPr>
                            <a:rPr lang="en-GB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GB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𝒕𝒈</m:t>
                          </m:r>
                        </m:fName>
                        <m:e>
                          <m:r>
                            <a:rPr lang="en-GB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𝝓</m:t>
                          </m:r>
                        </m:e>
                      </m:func>
                    </m:oMath>
                  </m:oMathPara>
                </a14:m>
                <a:endParaRPr lang="en-GB" b="1" i="1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3CAFD786-82EF-4C9B-9A20-7E7C2B7E8A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1020298">
                <a:off x="5679979" y="2759228"/>
                <a:ext cx="905633" cy="276999"/>
              </a:xfrm>
              <a:prstGeom prst="rect">
                <a:avLst/>
              </a:prstGeom>
              <a:blipFill>
                <a:blip r:embed="rId20"/>
                <a:stretch>
                  <a:fillRect r="-9091" b="-555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E4E5BF2C-1426-4167-BC1E-6ED43683E9AC}"/>
              </a:ext>
            </a:extLst>
          </p:cNvPr>
          <p:cNvCxnSpPr>
            <a:cxnSpLocks/>
          </p:cNvCxnSpPr>
          <p:nvPr/>
        </p:nvCxnSpPr>
        <p:spPr>
          <a:xfrm flipH="1">
            <a:off x="5055696" y="2507189"/>
            <a:ext cx="2125160" cy="386950"/>
          </a:xfrm>
          <a:prstGeom prst="straightConnector1">
            <a:avLst/>
          </a:prstGeom>
          <a:ln w="12700">
            <a:headEnd type="triangle"/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ADDD3E04-1B7E-48D6-87B4-5D992B8A8E7A}"/>
                  </a:ext>
                </a:extLst>
              </p:cNvPr>
              <p:cNvSpPr txBox="1"/>
              <p:nvPr/>
            </p:nvSpPr>
            <p:spPr>
              <a:xfrm rot="21187612">
                <a:off x="1651655" y="1740552"/>
                <a:ext cx="169918" cy="276999"/>
              </a:xfrm>
              <a:prstGeom prst="rect">
                <a:avLst/>
              </a:prstGeom>
            </p:spPr>
            <p:style>
              <a:lnRef idx="2">
                <a:schemeClr val="accent4"/>
              </a:lnRef>
              <a:fillRef idx="1">
                <a:schemeClr val="lt1"/>
              </a:fillRef>
              <a:effectRef idx="0">
                <a:schemeClr val="accent4"/>
              </a:effectRef>
              <a:fontRef idx="minor">
                <a:schemeClr val="dk1"/>
              </a:fontRef>
            </p:style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𝒄</m:t>
                      </m:r>
                    </m:oMath>
                  </m:oMathPara>
                </a14:m>
                <a:endParaRPr lang="en-GB" b="1" i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ADDD3E04-1B7E-48D6-87B4-5D992B8A8E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1187612">
                <a:off x="1651655" y="1740552"/>
                <a:ext cx="169918" cy="276999"/>
              </a:xfrm>
              <a:prstGeom prst="rect">
                <a:avLst/>
              </a:prstGeom>
              <a:blipFill>
                <a:blip r:embed="rId21"/>
                <a:stretch>
                  <a:fillRect l="-8333" r="-833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F2F9460F-4262-4E43-A12A-31125074DBBA}"/>
                  </a:ext>
                </a:extLst>
              </p:cNvPr>
              <p:cNvSpPr txBox="1"/>
              <p:nvPr/>
            </p:nvSpPr>
            <p:spPr>
              <a:xfrm rot="21187612">
                <a:off x="4767223" y="1284921"/>
                <a:ext cx="201978" cy="276999"/>
              </a:xfrm>
              <a:prstGeom prst="rect">
                <a:avLst/>
              </a:prstGeom>
            </p:spPr>
            <p:style>
              <a:lnRef idx="2">
                <a:schemeClr val="accent4"/>
              </a:lnRef>
              <a:fillRef idx="1">
                <a:schemeClr val="lt1"/>
              </a:fillRef>
              <a:effectRef idx="0">
                <a:schemeClr val="accent4"/>
              </a:effectRef>
              <a:fontRef idx="minor">
                <a:schemeClr val="dk1"/>
              </a:fontRef>
            </p:style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𝒅</m:t>
                      </m:r>
                    </m:oMath>
                  </m:oMathPara>
                </a14:m>
                <a:endParaRPr lang="en-GB" b="1" i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F2F9460F-4262-4E43-A12A-31125074DB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1187612">
                <a:off x="4767223" y="1284921"/>
                <a:ext cx="201978" cy="276999"/>
              </a:xfrm>
              <a:prstGeom prst="rect">
                <a:avLst/>
              </a:prstGeom>
              <a:blipFill>
                <a:blip r:embed="rId22"/>
                <a:stretch>
                  <a:fillRect l="-21951" r="-19512" b="-566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3" name="TextBox 102">
            <a:extLst>
              <a:ext uri="{FF2B5EF4-FFF2-40B4-BE49-F238E27FC236}">
                <a16:creationId xmlns:a16="http://schemas.microsoft.com/office/drawing/2014/main" id="{4ECC07BC-EC10-4DD4-8113-35AF84FAD4BB}"/>
              </a:ext>
            </a:extLst>
          </p:cNvPr>
          <p:cNvSpPr txBox="1"/>
          <p:nvPr/>
        </p:nvSpPr>
        <p:spPr>
          <a:xfrm rot="21187612">
            <a:off x="5635996" y="1509371"/>
            <a:ext cx="133633" cy="276999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lIns="0" tIns="0" rIns="0" bIns="0" rtlCol="0">
            <a:spAutoFit/>
          </a:bodyPr>
          <a:lstStyle/>
          <a:p>
            <a:r>
              <a:rPr lang="en-GB" b="1" i="1" dirty="0">
                <a:solidFill>
                  <a:schemeClr val="tx1"/>
                </a:solidFill>
              </a:rPr>
              <a:t>b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4" name="TextBox 103">
                <a:extLst>
                  <a:ext uri="{FF2B5EF4-FFF2-40B4-BE49-F238E27FC236}">
                    <a16:creationId xmlns:a16="http://schemas.microsoft.com/office/drawing/2014/main" id="{E6AED8AB-E419-4E08-9FDF-5201A08601A2}"/>
                  </a:ext>
                </a:extLst>
              </p:cNvPr>
              <p:cNvSpPr txBox="1"/>
              <p:nvPr/>
            </p:nvSpPr>
            <p:spPr>
              <a:xfrm rot="21187612">
                <a:off x="2881919" y="1285889"/>
                <a:ext cx="195566" cy="276999"/>
              </a:xfrm>
              <a:prstGeom prst="rect">
                <a:avLst/>
              </a:prstGeom>
            </p:spPr>
            <p:style>
              <a:lnRef idx="2">
                <a:schemeClr val="accent4"/>
              </a:lnRef>
              <a:fillRef idx="1">
                <a:schemeClr val="lt1"/>
              </a:fillRef>
              <a:effectRef idx="0">
                <a:schemeClr val="accent4"/>
              </a:effectRef>
              <a:fontRef idx="minor">
                <a:schemeClr val="dk1"/>
              </a:fontRef>
            </p:style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𝒂</m:t>
                      </m:r>
                    </m:oMath>
                  </m:oMathPara>
                </a14:m>
                <a:endParaRPr lang="en-GB" b="1" i="1" dirty="0"/>
              </a:p>
            </p:txBody>
          </p:sp>
        </mc:Choice>
        <mc:Fallback xmlns="">
          <p:sp>
            <p:nvSpPr>
              <p:cNvPr id="104" name="TextBox 103">
                <a:extLst>
                  <a:ext uri="{FF2B5EF4-FFF2-40B4-BE49-F238E27FC236}">
                    <a16:creationId xmlns:a16="http://schemas.microsoft.com/office/drawing/2014/main" id="{E6AED8AB-E419-4E08-9FDF-5201A08601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1187612">
                <a:off x="2881919" y="1285889"/>
                <a:ext cx="195566" cy="276999"/>
              </a:xfrm>
              <a:prstGeom prst="rect">
                <a:avLst/>
              </a:prstGeom>
              <a:blipFill>
                <a:blip r:embed="rId23"/>
                <a:stretch>
                  <a:fillRect l="-4878" r="-975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Isosceles Triangle 5">
            <a:extLst>
              <a:ext uri="{FF2B5EF4-FFF2-40B4-BE49-F238E27FC236}">
                <a16:creationId xmlns:a16="http://schemas.microsoft.com/office/drawing/2014/main" id="{233D01E0-A632-42ED-8A55-A8A8BBC982EC}"/>
              </a:ext>
            </a:extLst>
          </p:cNvPr>
          <p:cNvSpPr/>
          <p:nvPr/>
        </p:nvSpPr>
        <p:spPr>
          <a:xfrm rot="10800000">
            <a:off x="6717980" y="140784"/>
            <a:ext cx="358487" cy="342900"/>
          </a:xfrm>
          <a:prstGeom prst="triangle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Star: 5 Points 4">
            <a:extLst>
              <a:ext uri="{FF2B5EF4-FFF2-40B4-BE49-F238E27FC236}">
                <a16:creationId xmlns:a16="http://schemas.microsoft.com/office/drawing/2014/main" id="{0C49F804-3EA9-41F4-B2C2-8E5A2602A960}"/>
              </a:ext>
            </a:extLst>
          </p:cNvPr>
          <p:cNvSpPr/>
          <p:nvPr/>
        </p:nvSpPr>
        <p:spPr>
          <a:xfrm>
            <a:off x="540327" y="135082"/>
            <a:ext cx="358487" cy="342900"/>
          </a:xfrm>
          <a:prstGeom prst="star5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B0E214C-E93F-46DD-91C8-751718822334}"/>
              </a:ext>
            </a:extLst>
          </p:cNvPr>
          <p:cNvCxnSpPr>
            <a:cxnSpLocks/>
          </p:cNvCxnSpPr>
          <p:nvPr/>
        </p:nvCxnSpPr>
        <p:spPr>
          <a:xfrm flipH="1">
            <a:off x="113183" y="2316709"/>
            <a:ext cx="7803055" cy="1361741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6B223D78-6590-5CF0-8A8E-C2EFCF1316F8}"/>
              </a:ext>
            </a:extLst>
          </p:cNvPr>
          <p:cNvCxnSpPr>
            <a:cxnSpLocks/>
          </p:cNvCxnSpPr>
          <p:nvPr/>
        </p:nvCxnSpPr>
        <p:spPr>
          <a:xfrm>
            <a:off x="959216" y="252166"/>
            <a:ext cx="5715835" cy="0"/>
          </a:xfrm>
          <a:prstGeom prst="straightConnector1">
            <a:avLst/>
          </a:prstGeom>
          <a:ln w="127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4CDD94AB-A52A-313D-EF73-9130EB17891A}"/>
              </a:ext>
            </a:extLst>
          </p:cNvPr>
          <p:cNvSpPr txBox="1"/>
          <p:nvPr/>
        </p:nvSpPr>
        <p:spPr>
          <a:xfrm>
            <a:off x="3637889" y="-171457"/>
            <a:ext cx="3584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x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C818A2BC-527C-5D9A-FA32-6736B4B63008}"/>
                  </a:ext>
                </a:extLst>
              </p:cNvPr>
              <p:cNvSpPr txBox="1"/>
              <p:nvPr/>
            </p:nvSpPr>
            <p:spPr>
              <a:xfrm>
                <a:off x="8467749" y="325001"/>
                <a:ext cx="3307890" cy="56483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smtClean="0">
                          <a:latin typeface="Cambria Math" panose="02040503050406030204" pitchFamily="18" charset="0"/>
                        </a:rPr>
                        <m:t>𝑐𝑜𝑠</m:t>
                      </m:r>
                      <m:r>
                        <a:rPr lang="en-GB" i="1" smtClean="0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GB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GB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</m:num>
                        <m:den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𝑎</m:t>
                          </m:r>
                        </m:den>
                      </m:f>
                      <m:r>
                        <a:rPr lang="en-GB" i="0">
                          <a:latin typeface="Cambria Math" panose="02040503050406030204" pitchFamily="18" charset="0"/>
                        </a:rPr>
                        <m:t>        ∴        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GB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GB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</m:num>
                        <m:den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𝑐𝑜𝑠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𝜃</m:t>
                          </m:r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C818A2BC-527C-5D9A-FA32-6736B4B630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67749" y="325001"/>
                <a:ext cx="3307890" cy="564835"/>
              </a:xfrm>
              <a:prstGeom prst="rect">
                <a:avLst/>
              </a:prstGeom>
              <a:blipFill>
                <a:blip r:embed="rId24"/>
                <a:stretch>
                  <a:fillRect b="-434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CEB881D2-A87A-59BA-A8D8-401C2FF0FECD}"/>
                  </a:ext>
                </a:extLst>
              </p:cNvPr>
              <p:cNvSpPr txBox="1"/>
              <p:nvPr/>
            </p:nvSpPr>
            <p:spPr>
              <a:xfrm>
                <a:off x="8377748" y="1295215"/>
                <a:ext cx="3487892" cy="61144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smtClean="0">
                          <a:latin typeface="Cambria Math" panose="02040503050406030204" pitchFamily="18" charset="0"/>
                        </a:rPr>
                        <m:t>𝑐𝑜𝑠</m:t>
                      </m:r>
                      <m:r>
                        <a:rPr lang="en-GB" i="1" smtClean="0">
                          <a:latin typeface="Cambria Math" panose="02040503050406030204" pitchFamily="18" charset="0"/>
                        </a:rPr>
                        <m:t>𝜙</m:t>
                      </m:r>
                      <m:r>
                        <a:rPr lang="en-GB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GB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sub>
                          </m:sSub>
                        </m:num>
                        <m:den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𝑏</m:t>
                          </m:r>
                        </m:den>
                      </m:f>
                      <m:r>
                        <a:rPr lang="en-GB" i="0">
                          <a:latin typeface="Cambria Math" panose="02040503050406030204" pitchFamily="18" charset="0"/>
                        </a:rPr>
                        <m:t>        ∴        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GB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GB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sub>
                          </m:sSub>
                        </m:num>
                        <m:den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𝑐𝑜𝑠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𝜙</m:t>
                          </m:r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CEB881D2-A87A-59BA-A8D8-401C2FF0FE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77748" y="1295215"/>
                <a:ext cx="3487892" cy="611449"/>
              </a:xfrm>
              <a:prstGeom prst="rect">
                <a:avLst/>
              </a:prstGeom>
              <a:blipFill>
                <a:blip r:embed="rId25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4F0797B3-C93E-C76E-7F0B-920D23148444}"/>
                  </a:ext>
                </a:extLst>
              </p:cNvPr>
              <p:cNvSpPr txBox="1"/>
              <p:nvPr/>
            </p:nvSpPr>
            <p:spPr>
              <a:xfrm>
                <a:off x="8291438" y="2310219"/>
                <a:ext cx="3674622" cy="61144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smtClean="0">
                          <a:latin typeface="Cambria Math" panose="02040503050406030204" pitchFamily="18" charset="0"/>
                        </a:rPr>
                        <m:t>𝑐𝑜𝑠</m:t>
                      </m:r>
                      <m:r>
                        <a:rPr lang="en-GB" i="1" smtClean="0">
                          <a:latin typeface="Cambria Math" panose="02040503050406030204" pitchFamily="18" charset="0"/>
                        </a:rPr>
                        <m:t>𝜙</m:t>
                      </m:r>
                      <m:r>
                        <a:rPr lang="en-GB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GB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</m:num>
                        <m:den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𝑐</m:t>
                          </m:r>
                        </m:den>
                      </m:f>
                      <m:r>
                        <a:rPr lang="en-GB" i="0">
                          <a:latin typeface="Cambria Math" panose="02040503050406030204" pitchFamily="18" charset="0"/>
                        </a:rPr>
                        <m:t>        ∴        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GB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GB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</m:num>
                        <m:den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𝑐𝑜𝑠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𝜙</m:t>
                          </m:r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4F0797B3-C93E-C76E-7F0B-920D231484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91438" y="2310219"/>
                <a:ext cx="3674622" cy="611449"/>
              </a:xfrm>
              <a:prstGeom prst="rect">
                <a:avLst/>
              </a:prstGeom>
              <a:blipFill>
                <a:blip r:embed="rId26"/>
                <a:stretch>
                  <a:fillRect b="-1020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E3F84449-E59D-FA51-27A8-E513AA93B487}"/>
                  </a:ext>
                </a:extLst>
              </p:cNvPr>
              <p:cNvSpPr txBox="1"/>
              <p:nvPr/>
            </p:nvSpPr>
            <p:spPr>
              <a:xfrm>
                <a:off x="8361172" y="3120532"/>
                <a:ext cx="3521666" cy="56483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smtClean="0">
                          <a:latin typeface="Cambria Math" panose="02040503050406030204" pitchFamily="18" charset="0"/>
                        </a:rPr>
                        <m:t>𝑐𝑜𝑠</m:t>
                      </m:r>
                      <m:r>
                        <a:rPr lang="en-GB" i="1" smtClean="0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GB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GB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sub>
                          </m:sSub>
                        </m:num>
                        <m:den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𝑑</m:t>
                          </m:r>
                        </m:den>
                      </m:f>
                      <m:r>
                        <a:rPr lang="en-GB" i="0">
                          <a:latin typeface="Cambria Math" panose="02040503050406030204" pitchFamily="18" charset="0"/>
                        </a:rPr>
                        <m:t>        ∴        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GB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GB" i="1" smtClean="0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sub>
                          </m:sSub>
                        </m:num>
                        <m:den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𝑐𝑜𝑠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𝜃</m:t>
                          </m:r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E3F84449-E59D-FA51-27A8-E513AA93B4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61172" y="3120532"/>
                <a:ext cx="3521666" cy="564835"/>
              </a:xfrm>
              <a:prstGeom prst="rect">
                <a:avLst/>
              </a:prstGeom>
              <a:blipFill>
                <a:blip r:embed="rId27"/>
                <a:stretch>
                  <a:fillRect b="-652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240E27B0-70A5-1AEB-629E-2484104E8DA4}"/>
                  </a:ext>
                </a:extLst>
              </p:cNvPr>
              <p:cNvSpPr txBox="1"/>
              <p:nvPr/>
            </p:nvSpPr>
            <p:spPr>
              <a:xfrm>
                <a:off x="8750326" y="3895536"/>
                <a:ext cx="273853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GB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r>
                        <a:rPr lang="en-GB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𝑠𝑒𝑛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240E27B0-70A5-1AEB-629E-2484104E8D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50326" y="3895536"/>
                <a:ext cx="2738535" cy="369332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C31220FA-3930-BA7A-13B8-8E71C2794F38}"/>
                  </a:ext>
                </a:extLst>
              </p:cNvPr>
              <p:cNvSpPr txBox="1"/>
              <p:nvPr/>
            </p:nvSpPr>
            <p:spPr>
              <a:xfrm>
                <a:off x="1272809" y="4500200"/>
                <a:ext cx="6094378" cy="69788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GB" i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𝑆𝑉</m:t>
                          </m:r>
                        </m:sub>
                      </m:sSub>
                      <m:r>
                        <a:rPr lang="en-GB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𝑎</m:t>
                          </m:r>
                        </m:num>
                        <m:den>
                          <m:sSub>
                            <m:sSubPr>
                              <m:ctrlPr>
                                <a:rPr lang="en-GB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GB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GB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sub>
                          </m:sSub>
                        </m:den>
                      </m:f>
                      <m:r>
                        <a:rPr lang="en-GB" i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𝑏</m:t>
                          </m:r>
                        </m:num>
                        <m:den>
                          <m:sSub>
                            <m:sSubPr>
                              <m:ctrlPr>
                                <a:rPr lang="en-GB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GB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GB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sub>
                          </m:sSub>
                        </m:den>
                      </m:f>
                      <m:r>
                        <a:rPr lang="en-GB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GB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GB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GB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GB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sub>
                          </m:sSub>
                          <m:r>
                            <a:rPr lang="en-GB" i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𝑐𝑜𝑠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𝜃</m:t>
                          </m:r>
                        </m:den>
                      </m:f>
                      <m:r>
                        <a:rPr lang="en-GB" i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GB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GB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GB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GB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sub>
                          </m:sSub>
                          <m:r>
                            <a:rPr lang="en-GB" i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𝑐𝑜𝑠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𝜙</m:t>
                          </m:r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C31220FA-3930-BA7A-13B8-8E71C2794F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2809" y="4500200"/>
                <a:ext cx="6094378" cy="697883"/>
              </a:xfrm>
              <a:prstGeom prst="rect">
                <a:avLst/>
              </a:prstGeom>
              <a:blipFill>
                <a:blip r:embed="rId29"/>
                <a:stretch>
                  <a:fillRect b="-357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18C29DF9-4694-6DDF-5201-60D6E114473C}"/>
                  </a:ext>
                </a:extLst>
              </p:cNvPr>
              <p:cNvSpPr txBox="1"/>
              <p:nvPr/>
            </p:nvSpPr>
            <p:spPr>
              <a:xfrm>
                <a:off x="1279723" y="5736538"/>
                <a:ext cx="6094378" cy="69788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𝑆𝑉</m:t>
                          </m:r>
                          <m:r>
                            <a:rPr lang="en-GB" i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𝑃</m:t>
                          </m:r>
                        </m:sub>
                      </m:sSub>
                      <m:r>
                        <a:rPr lang="en-GB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𝑐</m:t>
                          </m:r>
                        </m:num>
                        <m:den>
                          <m:sSub>
                            <m:sSubPr>
                              <m:ctrlPr>
                                <a:rPr lang="en-GB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GB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GB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sub>
                          </m:sSub>
                        </m:den>
                      </m:f>
                      <m:r>
                        <a:rPr lang="en-GB" i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sSub>
                            <m:sSubPr>
                              <m:ctrlPr>
                                <a:rPr lang="en-GB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GB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GB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sub>
                          </m:sSub>
                        </m:den>
                      </m:f>
                      <m:r>
                        <a:rPr lang="en-GB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GB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GB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GB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GB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sub>
                          </m:sSub>
                          <m:r>
                            <a:rPr lang="en-GB" i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𝑐𝑜𝑠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𝜙</m:t>
                          </m:r>
                        </m:den>
                      </m:f>
                      <m:r>
                        <a:rPr lang="en-GB" i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GB" i="1" smtClean="0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GB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GB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GB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sub>
                          </m:sSub>
                          <m:r>
                            <a:rPr lang="en-GB" i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𝑐𝑜𝑠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𝜃</m:t>
                          </m:r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18C29DF9-4694-6DDF-5201-60D6E11447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9723" y="5736538"/>
                <a:ext cx="6094378" cy="697883"/>
              </a:xfrm>
              <a:prstGeom prst="rect">
                <a:avLst/>
              </a:prstGeom>
              <a:blipFill>
                <a:blip r:embed="rId30"/>
                <a:stretch>
                  <a:fillRect b="-357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29C887C1-4146-0689-E7A4-448E54888C74}"/>
              </a:ext>
            </a:extLst>
          </p:cNvPr>
          <p:cNvSpPr txBox="1"/>
          <p:nvPr/>
        </p:nvSpPr>
        <p:spPr>
          <a:xfrm>
            <a:off x="10365252" y="5181894"/>
            <a:ext cx="170582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800" i="1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These</a:t>
            </a:r>
            <a:r>
              <a:rPr lang="pt-BR" sz="800" i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slides</a:t>
            </a:r>
            <a:r>
              <a:rPr lang="pt-BR" sz="800" i="1" dirty="0"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pt-BR" sz="800" i="1" dirty="0" err="1">
                <a:latin typeface="Arial" panose="020B0604020202020204" pitchFamily="34" charset="0"/>
                <a:ea typeface="Times New Roman" panose="02020603050405020304" pitchFamily="18" charset="0"/>
              </a:rPr>
              <a:t>were</a:t>
            </a:r>
            <a:r>
              <a:rPr lang="pt-BR" sz="800" i="1" dirty="0"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pt-BR" sz="800" i="1" dirty="0" err="1">
                <a:latin typeface="Arial" panose="020B0604020202020204" pitchFamily="34" charset="0"/>
                <a:ea typeface="Times New Roman" panose="02020603050405020304" pitchFamily="18" charset="0"/>
              </a:rPr>
              <a:t>prepared</a:t>
            </a:r>
            <a:r>
              <a:rPr lang="pt-BR" sz="800" i="1" dirty="0"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pt-BR" sz="800" i="1" dirty="0" err="1">
                <a:latin typeface="Arial" panose="020B0604020202020204" pitchFamily="34" charset="0"/>
                <a:ea typeface="Times New Roman" panose="02020603050405020304" pitchFamily="18" charset="0"/>
              </a:rPr>
              <a:t>to</a:t>
            </a:r>
            <a:r>
              <a:rPr lang="pt-BR" sz="800" i="1" dirty="0"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pt-BR" sz="800" i="1" dirty="0" err="1">
                <a:latin typeface="Arial" panose="020B0604020202020204" pitchFamily="34" charset="0"/>
                <a:ea typeface="Times New Roman" panose="02020603050405020304" pitchFamily="18" charset="0"/>
              </a:rPr>
              <a:t>be</a:t>
            </a:r>
            <a:r>
              <a:rPr lang="pt-BR" sz="800" i="1" dirty="0"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pt-BR" sz="800" i="1" dirty="0" err="1">
                <a:latin typeface="Arial" panose="020B0604020202020204" pitchFamily="34" charset="0"/>
                <a:ea typeface="Times New Roman" panose="02020603050405020304" pitchFamily="18" charset="0"/>
              </a:rPr>
              <a:t>published</a:t>
            </a:r>
            <a:r>
              <a:rPr lang="pt-BR" sz="800" i="1" dirty="0">
                <a:latin typeface="Arial" panose="020B0604020202020204" pitchFamily="34" charset="0"/>
                <a:ea typeface="Times New Roman" panose="02020603050405020304" pitchFamily="18" charset="0"/>
              </a:rPr>
              <a:t> in </a:t>
            </a:r>
            <a:r>
              <a:rPr lang="pt-BR" sz="800" i="1" dirty="0" err="1">
                <a:latin typeface="Arial" panose="020B0604020202020204" pitchFamily="34" charset="0"/>
                <a:ea typeface="Times New Roman" panose="02020603050405020304" pitchFamily="18" charset="0"/>
              </a:rPr>
              <a:t>BrJG</a:t>
            </a:r>
            <a:r>
              <a:rPr lang="pt-BR" sz="800" i="1" dirty="0">
                <a:latin typeface="Arial" panose="020B0604020202020204" pitchFamily="34" charset="0"/>
                <a:ea typeface="Times New Roman" panose="02020603050405020304" pitchFamily="18" charset="0"/>
              </a:rPr>
              <a:t>, </a:t>
            </a:r>
            <a:r>
              <a:rPr lang="pt-BR" sz="800" i="1" dirty="0" err="1">
                <a:latin typeface="Arial" panose="020B0604020202020204" pitchFamily="34" charset="0"/>
                <a:ea typeface="Times New Roman" panose="02020603050405020304" pitchFamily="18" charset="0"/>
              </a:rPr>
              <a:t>Brazilian</a:t>
            </a:r>
            <a:r>
              <a:rPr lang="pt-BR" sz="800" i="1" dirty="0"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pt-BR" sz="800" i="1" dirty="0" err="1">
                <a:latin typeface="Arial" panose="020B0604020202020204" pitchFamily="34" charset="0"/>
                <a:ea typeface="Times New Roman" panose="02020603050405020304" pitchFamily="18" charset="0"/>
              </a:rPr>
              <a:t>Journal</a:t>
            </a:r>
            <a:r>
              <a:rPr lang="pt-BR" sz="800" i="1" dirty="0"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pt-BR" sz="800" i="1" dirty="0" err="1">
                <a:latin typeface="Arial" panose="020B0604020202020204" pitchFamily="34" charset="0"/>
                <a:ea typeface="Times New Roman" panose="02020603050405020304" pitchFamily="18" charset="0"/>
              </a:rPr>
              <a:t>of</a:t>
            </a:r>
            <a:r>
              <a:rPr lang="pt-BR" sz="800" i="1" dirty="0"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pt-BR" sz="800" i="1" dirty="0" err="1">
                <a:latin typeface="Arial" panose="020B0604020202020204" pitchFamily="34" charset="0"/>
                <a:ea typeface="Times New Roman" panose="02020603050405020304" pitchFamily="18" charset="0"/>
              </a:rPr>
              <a:t>Geophysics</a:t>
            </a:r>
            <a:r>
              <a:rPr lang="pt-BR" sz="800" i="1" dirty="0">
                <a:latin typeface="Arial" panose="020B0604020202020204" pitchFamily="34" charset="0"/>
                <a:ea typeface="Times New Roman" panose="02020603050405020304" pitchFamily="18" charset="0"/>
              </a:rPr>
              <a:t> in </a:t>
            </a:r>
            <a:r>
              <a:rPr lang="pt-BR" sz="800" i="1" dirty="0" err="1">
                <a:latin typeface="Arial" panose="020B0604020202020204" pitchFamily="34" charset="0"/>
                <a:ea typeface="Times New Roman" panose="02020603050405020304" pitchFamily="18" charset="0"/>
              </a:rPr>
              <a:t>September</a:t>
            </a:r>
            <a:r>
              <a:rPr lang="pt-BR" sz="800" i="1" dirty="0">
                <a:latin typeface="Arial" panose="020B0604020202020204" pitchFamily="34" charset="0"/>
                <a:ea typeface="Times New Roman" panose="02020603050405020304" pitchFamily="18" charset="0"/>
              </a:rPr>
              <a:t> 2026. They </a:t>
            </a:r>
            <a:r>
              <a:rPr lang="pt-BR" sz="800" i="1" dirty="0" err="1">
                <a:latin typeface="Arial" panose="020B0604020202020204" pitchFamily="34" charset="0"/>
                <a:ea typeface="Times New Roman" panose="02020603050405020304" pitchFamily="18" charset="0"/>
              </a:rPr>
              <a:t>can</a:t>
            </a:r>
            <a:r>
              <a:rPr lang="pt-BR" sz="800" i="1" dirty="0"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pt-BR" sz="800" i="1" dirty="0" err="1">
                <a:latin typeface="Arial" panose="020B0604020202020204" pitchFamily="34" charset="0"/>
                <a:ea typeface="Times New Roman" panose="02020603050405020304" pitchFamily="18" charset="0"/>
              </a:rPr>
              <a:t>be</a:t>
            </a:r>
            <a:r>
              <a:rPr lang="pt-BR" sz="800" i="1" dirty="0"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pt-BR" sz="800" i="1" dirty="0" err="1">
                <a:latin typeface="Arial" panose="020B0604020202020204" pitchFamily="34" charset="0"/>
                <a:ea typeface="Times New Roman" panose="02020603050405020304" pitchFamily="18" charset="0"/>
              </a:rPr>
              <a:t>widely</a:t>
            </a:r>
            <a:r>
              <a:rPr lang="pt-BR" sz="800" i="1" dirty="0"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pt-BR" sz="800" i="1" dirty="0" err="1">
                <a:latin typeface="Arial" panose="020B0604020202020204" pitchFamily="34" charset="0"/>
                <a:ea typeface="Times New Roman" panose="02020603050405020304" pitchFamily="18" charset="0"/>
              </a:rPr>
              <a:t>used</a:t>
            </a:r>
            <a:r>
              <a:rPr lang="pt-BR" sz="800" i="1" dirty="0">
                <a:latin typeface="Arial" panose="020B0604020202020204" pitchFamily="34" charset="0"/>
                <a:ea typeface="Times New Roman" panose="02020603050405020304" pitchFamily="18" charset="0"/>
              </a:rPr>
              <a:t> in </a:t>
            </a:r>
            <a:r>
              <a:rPr lang="pt-BR" sz="800" i="1" dirty="0" err="1">
                <a:latin typeface="Arial" panose="020B0604020202020204" pitchFamily="34" charset="0"/>
                <a:ea typeface="Times New Roman" panose="02020603050405020304" pitchFamily="18" charset="0"/>
              </a:rPr>
              <a:t>lectures</a:t>
            </a:r>
            <a:r>
              <a:rPr lang="pt-BR" sz="800" i="1" dirty="0"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pt-BR" sz="800" i="1" dirty="0" err="1">
                <a:latin typeface="Arial" panose="020B0604020202020204" pitchFamily="34" charset="0"/>
                <a:ea typeface="Times New Roman" panose="02020603050405020304" pitchFamily="18" charset="0"/>
              </a:rPr>
              <a:t>and</a:t>
            </a:r>
            <a:r>
              <a:rPr lang="pt-BR" sz="800" i="1" dirty="0"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pt-BR" sz="800" i="1" dirty="0" err="1">
                <a:latin typeface="Arial" panose="020B0604020202020204" pitchFamily="34" charset="0"/>
                <a:ea typeface="Times New Roman" panose="02020603050405020304" pitchFamily="18" charset="0"/>
              </a:rPr>
              <a:t>courses</a:t>
            </a:r>
            <a:r>
              <a:rPr lang="pt-BR" sz="800" i="1" dirty="0">
                <a:latin typeface="Arial" panose="020B0604020202020204" pitchFamily="34" charset="0"/>
                <a:ea typeface="Times New Roman" panose="02020603050405020304" pitchFamily="18" charset="0"/>
              </a:rPr>
              <a:t>.</a:t>
            </a:r>
            <a:endParaRPr lang="en-GB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4681647-68CB-12E7-C1C7-D69AF94D48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96522" y="6012891"/>
            <a:ext cx="1243285" cy="4380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017763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 animBg="1"/>
      <p:bldP spid="43" grpId="0" animBg="1"/>
      <p:bldP spid="44" grpId="0" animBg="1"/>
      <p:bldP spid="45" grpId="0" animBg="1"/>
      <p:bldP spid="49" grpId="0" animBg="1"/>
      <p:bldP spid="51" grpId="0" animBg="1"/>
      <p:bldP spid="56" grpId="0" animBg="1"/>
      <p:bldP spid="63" grpId="0" animBg="1"/>
      <p:bldP spid="64" grpId="0" animBg="1"/>
      <p:bldP spid="65" grpId="0" animBg="1"/>
      <p:bldP spid="66" grpId="0"/>
      <p:bldP spid="68" grpId="0"/>
      <p:bldP spid="69" grpId="0"/>
      <p:bldP spid="70" grpId="0"/>
      <p:bldP spid="73" grpId="0"/>
      <p:bldP spid="74" grpId="0"/>
      <p:bldP spid="75" grpId="0"/>
      <p:bldP spid="76" grpId="0"/>
      <p:bldP spid="77" grpId="0"/>
      <p:bldP spid="78" grpId="0"/>
      <p:bldP spid="82" grpId="0" animBg="1"/>
      <p:bldP spid="87" grpId="0" animBg="1"/>
      <p:bldP spid="97" grpId="0" animBg="1"/>
      <p:bldP spid="98" grpId="0" animBg="1"/>
      <p:bldP spid="101" grpId="0" animBg="1"/>
      <p:bldP spid="102" grpId="0" animBg="1"/>
      <p:bldP spid="103" grpId="0" animBg="1"/>
      <p:bldP spid="104" grpId="0" animBg="1"/>
      <p:bldP spid="71" grpId="0"/>
      <p:bldP spid="72" grpId="0"/>
      <p:bldP spid="79" grpId="0"/>
      <p:bldP spid="81" grpId="0"/>
      <p:bldP spid="83" grpId="0"/>
      <p:bldP spid="84" grpId="0"/>
      <p:bldP spid="8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>
            <a:extLst>
              <a:ext uri="{FF2B5EF4-FFF2-40B4-BE49-F238E27FC236}">
                <a16:creationId xmlns:a16="http://schemas.microsoft.com/office/drawing/2014/main" id="{4CF1A87A-824C-469F-AD29-BF1A98202F4A}"/>
              </a:ext>
            </a:extLst>
          </p:cNvPr>
          <p:cNvSpPr/>
          <p:nvPr/>
        </p:nvSpPr>
        <p:spPr>
          <a:xfrm>
            <a:off x="332510" y="775860"/>
            <a:ext cx="6232120" cy="3678030"/>
          </a:xfrm>
          <a:prstGeom prst="rect">
            <a:avLst/>
          </a:prstGeom>
          <a:noFill/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9" name="Conector reto 18">
            <a:extLst>
              <a:ext uri="{FF2B5EF4-FFF2-40B4-BE49-F238E27FC236}">
                <a16:creationId xmlns:a16="http://schemas.microsoft.com/office/drawing/2014/main" id="{8D63C3DE-C486-47CB-9CEC-951AF0382BC7}"/>
              </a:ext>
            </a:extLst>
          </p:cNvPr>
          <p:cNvCxnSpPr>
            <a:stCxn id="3" idx="1"/>
            <a:endCxn id="3" idx="3"/>
          </p:cNvCxnSpPr>
          <p:nvPr/>
        </p:nvCxnSpPr>
        <p:spPr>
          <a:xfrm>
            <a:off x="332510" y="2614875"/>
            <a:ext cx="6232120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63429CE-1628-462E-B947-B4166ABFE6C7}"/>
              </a:ext>
            </a:extLst>
          </p:cNvPr>
          <p:cNvCxnSpPr>
            <a:cxnSpLocks/>
          </p:cNvCxnSpPr>
          <p:nvPr/>
        </p:nvCxnSpPr>
        <p:spPr>
          <a:xfrm>
            <a:off x="972439" y="666531"/>
            <a:ext cx="5062601" cy="0"/>
          </a:xfrm>
          <a:prstGeom prst="straightConnector1">
            <a:avLst/>
          </a:prstGeom>
          <a:ln w="127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Star: 5 Points 9">
            <a:extLst>
              <a:ext uri="{FF2B5EF4-FFF2-40B4-BE49-F238E27FC236}">
                <a16:creationId xmlns:a16="http://schemas.microsoft.com/office/drawing/2014/main" id="{0AA4393D-6C54-4699-A782-47DF504C37DC}"/>
              </a:ext>
            </a:extLst>
          </p:cNvPr>
          <p:cNvSpPr/>
          <p:nvPr/>
        </p:nvSpPr>
        <p:spPr>
          <a:xfrm>
            <a:off x="552992" y="535555"/>
            <a:ext cx="358487" cy="342900"/>
          </a:xfrm>
          <a:prstGeom prst="star5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5AFB65D-DD00-449F-806D-CC5A29FEAED3}"/>
              </a:ext>
            </a:extLst>
          </p:cNvPr>
          <p:cNvSpPr txBox="1"/>
          <p:nvPr/>
        </p:nvSpPr>
        <p:spPr>
          <a:xfrm>
            <a:off x="3090082" y="240324"/>
            <a:ext cx="3584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x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18CC50D9-700D-4264-94CC-A3345F39D0DD}"/>
              </a:ext>
            </a:extLst>
          </p:cNvPr>
          <p:cNvCxnSpPr>
            <a:cxnSpLocks/>
          </p:cNvCxnSpPr>
          <p:nvPr/>
        </p:nvCxnSpPr>
        <p:spPr>
          <a:xfrm>
            <a:off x="739161" y="800493"/>
            <a:ext cx="1080655" cy="1789749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5CB450E-9781-4493-A11F-ED402E68C1DB}"/>
              </a:ext>
            </a:extLst>
          </p:cNvPr>
          <p:cNvCxnSpPr>
            <a:cxnSpLocks/>
          </p:cNvCxnSpPr>
          <p:nvPr/>
        </p:nvCxnSpPr>
        <p:spPr>
          <a:xfrm>
            <a:off x="1863090" y="2582272"/>
            <a:ext cx="3257550" cy="0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58914CF6-A138-4A40-B0A8-DBD0C0CBE385}"/>
              </a:ext>
            </a:extLst>
          </p:cNvPr>
          <p:cNvCxnSpPr>
            <a:cxnSpLocks/>
          </p:cNvCxnSpPr>
          <p:nvPr/>
        </p:nvCxnSpPr>
        <p:spPr>
          <a:xfrm flipV="1">
            <a:off x="5171034" y="804478"/>
            <a:ext cx="970514" cy="1810397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CB8BF1EA-DE50-4CD4-9C55-0E7D4B91DCB3}"/>
              </a:ext>
            </a:extLst>
          </p:cNvPr>
          <p:cNvCxnSpPr>
            <a:cxnSpLocks/>
          </p:cNvCxnSpPr>
          <p:nvPr/>
        </p:nvCxnSpPr>
        <p:spPr>
          <a:xfrm>
            <a:off x="1863090" y="1696107"/>
            <a:ext cx="0" cy="894135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EF7A9E09-294C-45D8-A16F-014A426E8A88}"/>
              </a:ext>
            </a:extLst>
          </p:cNvPr>
          <p:cNvCxnSpPr>
            <a:cxnSpLocks/>
          </p:cNvCxnSpPr>
          <p:nvPr/>
        </p:nvCxnSpPr>
        <p:spPr>
          <a:xfrm>
            <a:off x="5123812" y="1696107"/>
            <a:ext cx="0" cy="894135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D014C704-0F8C-44D4-9C99-3A73E511E938}"/>
              </a:ext>
            </a:extLst>
          </p:cNvPr>
          <p:cNvSpPr/>
          <p:nvPr/>
        </p:nvSpPr>
        <p:spPr>
          <a:xfrm>
            <a:off x="1592207" y="2124075"/>
            <a:ext cx="266756" cy="74613"/>
          </a:xfrm>
          <a:custGeom>
            <a:avLst/>
            <a:gdLst>
              <a:gd name="connsiteX0" fmla="*/ 3231 w 266756"/>
              <a:gd name="connsiteY0" fmla="*/ 74613 h 74613"/>
              <a:gd name="connsiteX1" fmla="*/ 56 w 266756"/>
              <a:gd name="connsiteY1" fmla="*/ 66675 h 74613"/>
              <a:gd name="connsiteX2" fmla="*/ 12756 w 266756"/>
              <a:gd name="connsiteY2" fmla="*/ 49213 h 74613"/>
              <a:gd name="connsiteX3" fmla="*/ 17518 w 266756"/>
              <a:gd name="connsiteY3" fmla="*/ 41275 h 74613"/>
              <a:gd name="connsiteX4" fmla="*/ 23868 w 266756"/>
              <a:gd name="connsiteY4" fmla="*/ 38100 h 74613"/>
              <a:gd name="connsiteX5" fmla="*/ 33393 w 266756"/>
              <a:gd name="connsiteY5" fmla="*/ 31750 h 74613"/>
              <a:gd name="connsiteX6" fmla="*/ 41331 w 266756"/>
              <a:gd name="connsiteY6" fmla="*/ 25400 h 74613"/>
              <a:gd name="connsiteX7" fmla="*/ 47681 w 266756"/>
              <a:gd name="connsiteY7" fmla="*/ 23813 h 74613"/>
              <a:gd name="connsiteX8" fmla="*/ 58793 w 266756"/>
              <a:gd name="connsiteY8" fmla="*/ 20638 h 74613"/>
              <a:gd name="connsiteX9" fmla="*/ 85781 w 266756"/>
              <a:gd name="connsiteY9" fmla="*/ 14288 h 74613"/>
              <a:gd name="connsiteX10" fmla="*/ 90543 w 266756"/>
              <a:gd name="connsiteY10" fmla="*/ 11113 h 74613"/>
              <a:gd name="connsiteX11" fmla="*/ 131818 w 266756"/>
              <a:gd name="connsiteY11" fmla="*/ 3175 h 74613"/>
              <a:gd name="connsiteX12" fmla="*/ 169918 w 266756"/>
              <a:gd name="connsiteY12" fmla="*/ 0 h 74613"/>
              <a:gd name="connsiteX13" fmla="*/ 266756 w 266756"/>
              <a:gd name="connsiteY13" fmla="*/ 1588 h 746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66756" h="74613">
                <a:moveTo>
                  <a:pt x="3231" y="74613"/>
                </a:moveTo>
                <a:cubicBezTo>
                  <a:pt x="2173" y="71967"/>
                  <a:pt x="-413" y="69486"/>
                  <a:pt x="56" y="66675"/>
                </a:cubicBezTo>
                <a:cubicBezTo>
                  <a:pt x="1637" y="57191"/>
                  <a:pt x="7778" y="55614"/>
                  <a:pt x="12756" y="49213"/>
                </a:cubicBezTo>
                <a:cubicBezTo>
                  <a:pt x="14650" y="46777"/>
                  <a:pt x="15336" y="43457"/>
                  <a:pt x="17518" y="41275"/>
                </a:cubicBezTo>
                <a:cubicBezTo>
                  <a:pt x="19191" y="39602"/>
                  <a:pt x="21839" y="39318"/>
                  <a:pt x="23868" y="38100"/>
                </a:cubicBezTo>
                <a:cubicBezTo>
                  <a:pt x="27140" y="36137"/>
                  <a:pt x="30307" y="33994"/>
                  <a:pt x="33393" y="31750"/>
                </a:cubicBezTo>
                <a:cubicBezTo>
                  <a:pt x="36133" y="29757"/>
                  <a:pt x="38369" y="27045"/>
                  <a:pt x="41331" y="25400"/>
                </a:cubicBezTo>
                <a:cubicBezTo>
                  <a:pt x="43238" y="24341"/>
                  <a:pt x="45576" y="24387"/>
                  <a:pt x="47681" y="23813"/>
                </a:cubicBezTo>
                <a:cubicBezTo>
                  <a:pt x="51398" y="22799"/>
                  <a:pt x="55138" y="21856"/>
                  <a:pt x="58793" y="20638"/>
                </a:cubicBezTo>
                <a:cubicBezTo>
                  <a:pt x="79202" y="13834"/>
                  <a:pt x="63584" y="16753"/>
                  <a:pt x="85781" y="14288"/>
                </a:cubicBezTo>
                <a:cubicBezTo>
                  <a:pt x="87368" y="13230"/>
                  <a:pt x="88800" y="11888"/>
                  <a:pt x="90543" y="11113"/>
                </a:cubicBezTo>
                <a:cubicBezTo>
                  <a:pt x="102381" y="5852"/>
                  <a:pt x="121827" y="4285"/>
                  <a:pt x="131818" y="3175"/>
                </a:cubicBezTo>
                <a:cubicBezTo>
                  <a:pt x="154012" y="710"/>
                  <a:pt x="141325" y="1907"/>
                  <a:pt x="169918" y="0"/>
                </a:cubicBezTo>
                <a:lnTo>
                  <a:pt x="266756" y="1588"/>
                </a:ln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20048F2C-EBAD-4ADF-88E4-16237F6E4FF6}"/>
              </a:ext>
            </a:extLst>
          </p:cNvPr>
          <p:cNvSpPr/>
          <p:nvPr/>
        </p:nvSpPr>
        <p:spPr>
          <a:xfrm rot="1096945">
            <a:off x="5139690" y="2124075"/>
            <a:ext cx="266756" cy="74613"/>
          </a:xfrm>
          <a:custGeom>
            <a:avLst/>
            <a:gdLst>
              <a:gd name="connsiteX0" fmla="*/ 3231 w 266756"/>
              <a:gd name="connsiteY0" fmla="*/ 74613 h 74613"/>
              <a:gd name="connsiteX1" fmla="*/ 56 w 266756"/>
              <a:gd name="connsiteY1" fmla="*/ 66675 h 74613"/>
              <a:gd name="connsiteX2" fmla="*/ 12756 w 266756"/>
              <a:gd name="connsiteY2" fmla="*/ 49213 h 74613"/>
              <a:gd name="connsiteX3" fmla="*/ 17518 w 266756"/>
              <a:gd name="connsiteY3" fmla="*/ 41275 h 74613"/>
              <a:gd name="connsiteX4" fmla="*/ 23868 w 266756"/>
              <a:gd name="connsiteY4" fmla="*/ 38100 h 74613"/>
              <a:gd name="connsiteX5" fmla="*/ 33393 w 266756"/>
              <a:gd name="connsiteY5" fmla="*/ 31750 h 74613"/>
              <a:gd name="connsiteX6" fmla="*/ 41331 w 266756"/>
              <a:gd name="connsiteY6" fmla="*/ 25400 h 74613"/>
              <a:gd name="connsiteX7" fmla="*/ 47681 w 266756"/>
              <a:gd name="connsiteY7" fmla="*/ 23813 h 74613"/>
              <a:gd name="connsiteX8" fmla="*/ 58793 w 266756"/>
              <a:gd name="connsiteY8" fmla="*/ 20638 h 74613"/>
              <a:gd name="connsiteX9" fmla="*/ 85781 w 266756"/>
              <a:gd name="connsiteY9" fmla="*/ 14288 h 74613"/>
              <a:gd name="connsiteX10" fmla="*/ 90543 w 266756"/>
              <a:gd name="connsiteY10" fmla="*/ 11113 h 74613"/>
              <a:gd name="connsiteX11" fmla="*/ 131818 w 266756"/>
              <a:gd name="connsiteY11" fmla="*/ 3175 h 74613"/>
              <a:gd name="connsiteX12" fmla="*/ 169918 w 266756"/>
              <a:gd name="connsiteY12" fmla="*/ 0 h 74613"/>
              <a:gd name="connsiteX13" fmla="*/ 266756 w 266756"/>
              <a:gd name="connsiteY13" fmla="*/ 1588 h 746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66756" h="74613">
                <a:moveTo>
                  <a:pt x="3231" y="74613"/>
                </a:moveTo>
                <a:cubicBezTo>
                  <a:pt x="2173" y="71967"/>
                  <a:pt x="-413" y="69486"/>
                  <a:pt x="56" y="66675"/>
                </a:cubicBezTo>
                <a:cubicBezTo>
                  <a:pt x="1637" y="57191"/>
                  <a:pt x="7778" y="55614"/>
                  <a:pt x="12756" y="49213"/>
                </a:cubicBezTo>
                <a:cubicBezTo>
                  <a:pt x="14650" y="46777"/>
                  <a:pt x="15336" y="43457"/>
                  <a:pt x="17518" y="41275"/>
                </a:cubicBezTo>
                <a:cubicBezTo>
                  <a:pt x="19191" y="39602"/>
                  <a:pt x="21839" y="39318"/>
                  <a:pt x="23868" y="38100"/>
                </a:cubicBezTo>
                <a:cubicBezTo>
                  <a:pt x="27140" y="36137"/>
                  <a:pt x="30307" y="33994"/>
                  <a:pt x="33393" y="31750"/>
                </a:cubicBezTo>
                <a:cubicBezTo>
                  <a:pt x="36133" y="29757"/>
                  <a:pt x="38369" y="27045"/>
                  <a:pt x="41331" y="25400"/>
                </a:cubicBezTo>
                <a:cubicBezTo>
                  <a:pt x="43238" y="24341"/>
                  <a:pt x="45576" y="24387"/>
                  <a:pt x="47681" y="23813"/>
                </a:cubicBezTo>
                <a:cubicBezTo>
                  <a:pt x="51398" y="22799"/>
                  <a:pt x="55138" y="21856"/>
                  <a:pt x="58793" y="20638"/>
                </a:cubicBezTo>
                <a:cubicBezTo>
                  <a:pt x="79202" y="13834"/>
                  <a:pt x="63584" y="16753"/>
                  <a:pt x="85781" y="14288"/>
                </a:cubicBezTo>
                <a:cubicBezTo>
                  <a:pt x="87368" y="13230"/>
                  <a:pt x="88800" y="11888"/>
                  <a:pt x="90543" y="11113"/>
                </a:cubicBezTo>
                <a:cubicBezTo>
                  <a:pt x="102381" y="5852"/>
                  <a:pt x="121827" y="4285"/>
                  <a:pt x="131818" y="3175"/>
                </a:cubicBezTo>
                <a:cubicBezTo>
                  <a:pt x="154012" y="710"/>
                  <a:pt x="141325" y="1907"/>
                  <a:pt x="169918" y="0"/>
                </a:cubicBezTo>
                <a:lnTo>
                  <a:pt x="266756" y="1588"/>
                </a:ln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16496E7-B843-4907-8F0C-37EDB560F8C9}"/>
                  </a:ext>
                </a:extLst>
              </p:cNvPr>
              <p:cNvSpPr txBox="1"/>
              <p:nvPr/>
            </p:nvSpPr>
            <p:spPr>
              <a:xfrm>
                <a:off x="1545270" y="1807118"/>
                <a:ext cx="31252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1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1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GB" b="1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𝑪</m:t>
                          </m:r>
                        </m:sub>
                      </m:sSub>
                    </m:oMath>
                  </m:oMathPara>
                </a14:m>
                <a:endParaRPr lang="en-GB" b="1" i="1" dirty="0">
                  <a:solidFill>
                    <a:schemeClr val="accent2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16496E7-B843-4907-8F0C-37EDB560F8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5270" y="1807118"/>
                <a:ext cx="312521" cy="276999"/>
              </a:xfrm>
              <a:prstGeom prst="rect">
                <a:avLst/>
              </a:prstGeom>
              <a:blipFill>
                <a:blip r:embed="rId3"/>
                <a:stretch>
                  <a:fillRect l="-17308" r="-7692" b="-1521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0026052-200D-485B-B41D-FCA93A1C3B44}"/>
                  </a:ext>
                </a:extLst>
              </p:cNvPr>
              <p:cNvSpPr txBox="1"/>
              <p:nvPr/>
            </p:nvSpPr>
            <p:spPr>
              <a:xfrm>
                <a:off x="5134719" y="1803284"/>
                <a:ext cx="31252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1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1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GB" b="1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𝑪</m:t>
                          </m:r>
                        </m:sub>
                      </m:sSub>
                    </m:oMath>
                  </m:oMathPara>
                </a14:m>
                <a:endParaRPr lang="en-GB" b="1" i="1" dirty="0">
                  <a:solidFill>
                    <a:schemeClr val="accent2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0026052-200D-485B-B41D-FCA93A1C3B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34719" y="1803284"/>
                <a:ext cx="312521" cy="276999"/>
              </a:xfrm>
              <a:prstGeom prst="rect">
                <a:avLst/>
              </a:prstGeom>
              <a:blipFill>
                <a:blip r:embed="rId4"/>
                <a:stretch>
                  <a:fillRect l="-17308" r="-7692" b="-1777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E1B5B6EC-1DAA-4344-BA86-4CEE8E25AAC6}"/>
              </a:ext>
            </a:extLst>
          </p:cNvPr>
          <p:cNvCxnSpPr>
            <a:cxnSpLocks/>
          </p:cNvCxnSpPr>
          <p:nvPr/>
        </p:nvCxnSpPr>
        <p:spPr>
          <a:xfrm flipH="1">
            <a:off x="719588" y="828773"/>
            <a:ext cx="8214" cy="1761469"/>
          </a:xfrm>
          <a:prstGeom prst="straightConnector1">
            <a:avLst/>
          </a:prstGeom>
          <a:ln w="12700">
            <a:headEnd type="triangl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887527F9-27CB-40A4-A6E8-5A3E80F71119}"/>
              </a:ext>
            </a:extLst>
          </p:cNvPr>
          <p:cNvSpPr txBox="1"/>
          <p:nvPr/>
        </p:nvSpPr>
        <p:spPr>
          <a:xfrm>
            <a:off x="623599" y="1759525"/>
            <a:ext cx="207424" cy="276999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lIns="0" tIns="0" rIns="0" bIns="0" rtlCol="0">
            <a:spAutoFit/>
          </a:bodyPr>
          <a:lstStyle/>
          <a:p>
            <a:r>
              <a:rPr lang="en-GB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GB" b="1" i="1" dirty="0">
                <a:latin typeface="Cambria Math" panose="02040503050406030204" pitchFamily="18" charset="0"/>
                <a:ea typeface="Cambria Math" panose="02040503050406030204" pitchFamily="18" charset="0"/>
              </a:rPr>
              <a:t>z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D6F1CBC6-7AC4-49E8-92A4-265A589F148D}"/>
                  </a:ext>
                </a:extLst>
              </p:cNvPr>
              <p:cNvSpPr txBox="1"/>
              <p:nvPr/>
            </p:nvSpPr>
            <p:spPr>
              <a:xfrm>
                <a:off x="1288942" y="1418366"/>
                <a:ext cx="195566" cy="276999"/>
              </a:xfrm>
              <a:prstGeom prst="rect">
                <a:avLst/>
              </a:prstGeom>
            </p:spPr>
            <p:style>
              <a:lnRef idx="2">
                <a:schemeClr val="accent4"/>
              </a:lnRef>
              <a:fillRef idx="1">
                <a:schemeClr val="lt1"/>
              </a:fillRef>
              <a:effectRef idx="0">
                <a:schemeClr val="accent4"/>
              </a:effectRef>
              <a:fontRef idx="minor">
                <a:schemeClr val="dk1"/>
              </a:fontRef>
            </p:style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</m:oMath>
                  </m:oMathPara>
                </a14:m>
                <a:endParaRPr lang="en-GB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D6F1CBC6-7AC4-49E8-92A4-265A589F14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8942" y="1418366"/>
                <a:ext cx="195566" cy="276999"/>
              </a:xfrm>
              <a:prstGeom prst="rect">
                <a:avLst/>
              </a:prstGeom>
              <a:blipFill>
                <a:blip r:embed="rId5"/>
                <a:stretch>
                  <a:fillRect l="-14286" r="-1142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TextBox 25">
            <a:extLst>
              <a:ext uri="{FF2B5EF4-FFF2-40B4-BE49-F238E27FC236}">
                <a16:creationId xmlns:a16="http://schemas.microsoft.com/office/drawing/2014/main" id="{CC5896D8-4C17-4651-9341-CB808F5465A5}"/>
              </a:ext>
            </a:extLst>
          </p:cNvPr>
          <p:cNvSpPr txBox="1"/>
          <p:nvPr/>
        </p:nvSpPr>
        <p:spPr>
          <a:xfrm>
            <a:off x="3180937" y="2264050"/>
            <a:ext cx="176778" cy="276999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lIns="0" tIns="0" rIns="0" bIns="0" rtlCol="0">
            <a:spAutoFit/>
          </a:bodyPr>
          <a:lstStyle/>
          <a:p>
            <a:r>
              <a:rPr lang="en-GB" b="1" i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b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3367F90-5BC0-4C85-8326-D5294F8C7D23}"/>
              </a:ext>
            </a:extLst>
          </p:cNvPr>
          <p:cNvSpPr txBox="1"/>
          <p:nvPr/>
        </p:nvSpPr>
        <p:spPr>
          <a:xfrm>
            <a:off x="5477937" y="1418367"/>
            <a:ext cx="176778" cy="276999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lIns="0" tIns="0" rIns="0" bIns="0" rtlCol="0">
            <a:spAutoFit/>
          </a:bodyPr>
          <a:lstStyle/>
          <a:p>
            <a:r>
              <a:rPr lang="en-GB" b="1" i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</a:t>
            </a:r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80BA082D-BFD1-4E3F-A7CA-781006DBA03F}"/>
              </a:ext>
            </a:extLst>
          </p:cNvPr>
          <p:cNvSpPr/>
          <p:nvPr/>
        </p:nvSpPr>
        <p:spPr>
          <a:xfrm rot="20309303" flipV="1">
            <a:off x="749202" y="1262373"/>
            <a:ext cx="266756" cy="74613"/>
          </a:xfrm>
          <a:custGeom>
            <a:avLst/>
            <a:gdLst>
              <a:gd name="connsiteX0" fmla="*/ 3231 w 266756"/>
              <a:gd name="connsiteY0" fmla="*/ 74613 h 74613"/>
              <a:gd name="connsiteX1" fmla="*/ 56 w 266756"/>
              <a:gd name="connsiteY1" fmla="*/ 66675 h 74613"/>
              <a:gd name="connsiteX2" fmla="*/ 12756 w 266756"/>
              <a:gd name="connsiteY2" fmla="*/ 49213 h 74613"/>
              <a:gd name="connsiteX3" fmla="*/ 17518 w 266756"/>
              <a:gd name="connsiteY3" fmla="*/ 41275 h 74613"/>
              <a:gd name="connsiteX4" fmla="*/ 23868 w 266756"/>
              <a:gd name="connsiteY4" fmla="*/ 38100 h 74613"/>
              <a:gd name="connsiteX5" fmla="*/ 33393 w 266756"/>
              <a:gd name="connsiteY5" fmla="*/ 31750 h 74613"/>
              <a:gd name="connsiteX6" fmla="*/ 41331 w 266756"/>
              <a:gd name="connsiteY6" fmla="*/ 25400 h 74613"/>
              <a:gd name="connsiteX7" fmla="*/ 47681 w 266756"/>
              <a:gd name="connsiteY7" fmla="*/ 23813 h 74613"/>
              <a:gd name="connsiteX8" fmla="*/ 58793 w 266756"/>
              <a:gd name="connsiteY8" fmla="*/ 20638 h 74613"/>
              <a:gd name="connsiteX9" fmla="*/ 85781 w 266756"/>
              <a:gd name="connsiteY9" fmla="*/ 14288 h 74613"/>
              <a:gd name="connsiteX10" fmla="*/ 90543 w 266756"/>
              <a:gd name="connsiteY10" fmla="*/ 11113 h 74613"/>
              <a:gd name="connsiteX11" fmla="*/ 131818 w 266756"/>
              <a:gd name="connsiteY11" fmla="*/ 3175 h 74613"/>
              <a:gd name="connsiteX12" fmla="*/ 169918 w 266756"/>
              <a:gd name="connsiteY12" fmla="*/ 0 h 74613"/>
              <a:gd name="connsiteX13" fmla="*/ 266756 w 266756"/>
              <a:gd name="connsiteY13" fmla="*/ 1588 h 746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66756" h="74613">
                <a:moveTo>
                  <a:pt x="3231" y="74613"/>
                </a:moveTo>
                <a:cubicBezTo>
                  <a:pt x="2173" y="71967"/>
                  <a:pt x="-413" y="69486"/>
                  <a:pt x="56" y="66675"/>
                </a:cubicBezTo>
                <a:cubicBezTo>
                  <a:pt x="1637" y="57191"/>
                  <a:pt x="7778" y="55614"/>
                  <a:pt x="12756" y="49213"/>
                </a:cubicBezTo>
                <a:cubicBezTo>
                  <a:pt x="14650" y="46777"/>
                  <a:pt x="15336" y="43457"/>
                  <a:pt x="17518" y="41275"/>
                </a:cubicBezTo>
                <a:cubicBezTo>
                  <a:pt x="19191" y="39602"/>
                  <a:pt x="21839" y="39318"/>
                  <a:pt x="23868" y="38100"/>
                </a:cubicBezTo>
                <a:cubicBezTo>
                  <a:pt x="27140" y="36137"/>
                  <a:pt x="30307" y="33994"/>
                  <a:pt x="33393" y="31750"/>
                </a:cubicBezTo>
                <a:cubicBezTo>
                  <a:pt x="36133" y="29757"/>
                  <a:pt x="38369" y="27045"/>
                  <a:pt x="41331" y="25400"/>
                </a:cubicBezTo>
                <a:cubicBezTo>
                  <a:pt x="43238" y="24341"/>
                  <a:pt x="45576" y="24387"/>
                  <a:pt x="47681" y="23813"/>
                </a:cubicBezTo>
                <a:cubicBezTo>
                  <a:pt x="51398" y="22799"/>
                  <a:pt x="55138" y="21856"/>
                  <a:pt x="58793" y="20638"/>
                </a:cubicBezTo>
                <a:cubicBezTo>
                  <a:pt x="79202" y="13834"/>
                  <a:pt x="63584" y="16753"/>
                  <a:pt x="85781" y="14288"/>
                </a:cubicBezTo>
                <a:cubicBezTo>
                  <a:pt x="87368" y="13230"/>
                  <a:pt x="88800" y="11888"/>
                  <a:pt x="90543" y="11113"/>
                </a:cubicBezTo>
                <a:cubicBezTo>
                  <a:pt x="102381" y="5852"/>
                  <a:pt x="121827" y="4285"/>
                  <a:pt x="131818" y="3175"/>
                </a:cubicBezTo>
                <a:cubicBezTo>
                  <a:pt x="154012" y="710"/>
                  <a:pt x="141325" y="1907"/>
                  <a:pt x="169918" y="0"/>
                </a:cubicBezTo>
                <a:lnTo>
                  <a:pt x="266756" y="1588"/>
                </a:ln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578AF9BB-B5E2-4475-9AB7-3317FF967AF5}"/>
                  </a:ext>
                </a:extLst>
              </p:cNvPr>
              <p:cNvSpPr txBox="1"/>
              <p:nvPr/>
            </p:nvSpPr>
            <p:spPr>
              <a:xfrm>
                <a:off x="776196" y="1337869"/>
                <a:ext cx="31252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1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1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GB" b="1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𝑪</m:t>
                          </m:r>
                        </m:sub>
                      </m:sSub>
                    </m:oMath>
                  </m:oMathPara>
                </a14:m>
                <a:endParaRPr lang="en-GB" b="1" dirty="0">
                  <a:solidFill>
                    <a:schemeClr val="accent2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578AF9BB-B5E2-4475-9AB7-3317FF967A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6196" y="1337869"/>
                <a:ext cx="312521" cy="276999"/>
              </a:xfrm>
              <a:prstGeom prst="rect">
                <a:avLst/>
              </a:prstGeom>
              <a:blipFill>
                <a:blip r:embed="rId6"/>
                <a:stretch>
                  <a:fillRect l="-17308" r="-7692" b="-1521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90D44C3F-C8CB-446F-95A3-65A6CD8DB58C}"/>
              </a:ext>
            </a:extLst>
          </p:cNvPr>
          <p:cNvCxnSpPr>
            <a:cxnSpLocks/>
          </p:cNvCxnSpPr>
          <p:nvPr/>
        </p:nvCxnSpPr>
        <p:spPr>
          <a:xfrm flipH="1">
            <a:off x="6191989" y="828773"/>
            <a:ext cx="8214" cy="1761469"/>
          </a:xfrm>
          <a:prstGeom prst="straightConnector1">
            <a:avLst/>
          </a:prstGeom>
          <a:ln w="12700">
            <a:headEnd type="triangl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0D8113CF-5DDC-4DCE-BC12-205905E7F0E1}"/>
              </a:ext>
            </a:extLst>
          </p:cNvPr>
          <p:cNvSpPr txBox="1"/>
          <p:nvPr/>
        </p:nvSpPr>
        <p:spPr>
          <a:xfrm>
            <a:off x="6096000" y="1759525"/>
            <a:ext cx="207424" cy="276999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lIns="0" tIns="0" rIns="0" bIns="0" rtlCol="0">
            <a:spAutoFit/>
          </a:bodyPr>
          <a:lstStyle/>
          <a:p>
            <a:r>
              <a:rPr lang="en-GB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GB" b="1" i="1" dirty="0">
                <a:latin typeface="Cambria Math" panose="02040503050406030204" pitchFamily="18" charset="0"/>
                <a:ea typeface="Cambria Math" panose="02040503050406030204" pitchFamily="18" charset="0"/>
              </a:rPr>
              <a:t>z</a:t>
            </a:r>
          </a:p>
        </p:txBody>
      </p:sp>
      <p:sp>
        <p:nvSpPr>
          <p:cNvPr id="9" name="Isosceles Triangle 8">
            <a:extLst>
              <a:ext uri="{FF2B5EF4-FFF2-40B4-BE49-F238E27FC236}">
                <a16:creationId xmlns:a16="http://schemas.microsoft.com/office/drawing/2014/main" id="{E6683C62-2B50-418C-8BBF-DC4D7B2F8557}"/>
              </a:ext>
            </a:extLst>
          </p:cNvPr>
          <p:cNvSpPr/>
          <p:nvPr/>
        </p:nvSpPr>
        <p:spPr>
          <a:xfrm rot="10800000">
            <a:off x="6019627" y="535957"/>
            <a:ext cx="358487" cy="342900"/>
          </a:xfrm>
          <a:prstGeom prst="triangle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4F71359E-074B-4FFD-9C9B-1161C66A77EE}"/>
              </a:ext>
            </a:extLst>
          </p:cNvPr>
          <p:cNvSpPr/>
          <p:nvPr/>
        </p:nvSpPr>
        <p:spPr>
          <a:xfrm rot="12035613">
            <a:off x="5917199" y="1237609"/>
            <a:ext cx="266756" cy="74613"/>
          </a:xfrm>
          <a:custGeom>
            <a:avLst/>
            <a:gdLst>
              <a:gd name="connsiteX0" fmla="*/ 3231 w 266756"/>
              <a:gd name="connsiteY0" fmla="*/ 74613 h 74613"/>
              <a:gd name="connsiteX1" fmla="*/ 56 w 266756"/>
              <a:gd name="connsiteY1" fmla="*/ 66675 h 74613"/>
              <a:gd name="connsiteX2" fmla="*/ 12756 w 266756"/>
              <a:gd name="connsiteY2" fmla="*/ 49213 h 74613"/>
              <a:gd name="connsiteX3" fmla="*/ 17518 w 266756"/>
              <a:gd name="connsiteY3" fmla="*/ 41275 h 74613"/>
              <a:gd name="connsiteX4" fmla="*/ 23868 w 266756"/>
              <a:gd name="connsiteY4" fmla="*/ 38100 h 74613"/>
              <a:gd name="connsiteX5" fmla="*/ 33393 w 266756"/>
              <a:gd name="connsiteY5" fmla="*/ 31750 h 74613"/>
              <a:gd name="connsiteX6" fmla="*/ 41331 w 266756"/>
              <a:gd name="connsiteY6" fmla="*/ 25400 h 74613"/>
              <a:gd name="connsiteX7" fmla="*/ 47681 w 266756"/>
              <a:gd name="connsiteY7" fmla="*/ 23813 h 74613"/>
              <a:gd name="connsiteX8" fmla="*/ 58793 w 266756"/>
              <a:gd name="connsiteY8" fmla="*/ 20638 h 74613"/>
              <a:gd name="connsiteX9" fmla="*/ 85781 w 266756"/>
              <a:gd name="connsiteY9" fmla="*/ 14288 h 74613"/>
              <a:gd name="connsiteX10" fmla="*/ 90543 w 266756"/>
              <a:gd name="connsiteY10" fmla="*/ 11113 h 74613"/>
              <a:gd name="connsiteX11" fmla="*/ 131818 w 266756"/>
              <a:gd name="connsiteY11" fmla="*/ 3175 h 74613"/>
              <a:gd name="connsiteX12" fmla="*/ 169918 w 266756"/>
              <a:gd name="connsiteY12" fmla="*/ 0 h 74613"/>
              <a:gd name="connsiteX13" fmla="*/ 266756 w 266756"/>
              <a:gd name="connsiteY13" fmla="*/ 1588 h 746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66756" h="74613">
                <a:moveTo>
                  <a:pt x="3231" y="74613"/>
                </a:moveTo>
                <a:cubicBezTo>
                  <a:pt x="2173" y="71967"/>
                  <a:pt x="-413" y="69486"/>
                  <a:pt x="56" y="66675"/>
                </a:cubicBezTo>
                <a:cubicBezTo>
                  <a:pt x="1637" y="57191"/>
                  <a:pt x="7778" y="55614"/>
                  <a:pt x="12756" y="49213"/>
                </a:cubicBezTo>
                <a:cubicBezTo>
                  <a:pt x="14650" y="46777"/>
                  <a:pt x="15336" y="43457"/>
                  <a:pt x="17518" y="41275"/>
                </a:cubicBezTo>
                <a:cubicBezTo>
                  <a:pt x="19191" y="39602"/>
                  <a:pt x="21839" y="39318"/>
                  <a:pt x="23868" y="38100"/>
                </a:cubicBezTo>
                <a:cubicBezTo>
                  <a:pt x="27140" y="36137"/>
                  <a:pt x="30307" y="33994"/>
                  <a:pt x="33393" y="31750"/>
                </a:cubicBezTo>
                <a:cubicBezTo>
                  <a:pt x="36133" y="29757"/>
                  <a:pt x="38369" y="27045"/>
                  <a:pt x="41331" y="25400"/>
                </a:cubicBezTo>
                <a:cubicBezTo>
                  <a:pt x="43238" y="24341"/>
                  <a:pt x="45576" y="24387"/>
                  <a:pt x="47681" y="23813"/>
                </a:cubicBezTo>
                <a:cubicBezTo>
                  <a:pt x="51398" y="22799"/>
                  <a:pt x="55138" y="21856"/>
                  <a:pt x="58793" y="20638"/>
                </a:cubicBezTo>
                <a:cubicBezTo>
                  <a:pt x="79202" y="13834"/>
                  <a:pt x="63584" y="16753"/>
                  <a:pt x="85781" y="14288"/>
                </a:cubicBezTo>
                <a:cubicBezTo>
                  <a:pt x="87368" y="13230"/>
                  <a:pt x="88800" y="11888"/>
                  <a:pt x="90543" y="11113"/>
                </a:cubicBezTo>
                <a:cubicBezTo>
                  <a:pt x="102381" y="5852"/>
                  <a:pt x="121827" y="4285"/>
                  <a:pt x="131818" y="3175"/>
                </a:cubicBezTo>
                <a:cubicBezTo>
                  <a:pt x="154012" y="710"/>
                  <a:pt x="141325" y="1907"/>
                  <a:pt x="169918" y="0"/>
                </a:cubicBezTo>
                <a:lnTo>
                  <a:pt x="266756" y="1588"/>
                </a:ln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0163E19E-74AC-4665-8326-EA24AC2264C4}"/>
                  </a:ext>
                </a:extLst>
              </p:cNvPr>
              <p:cNvSpPr txBox="1"/>
              <p:nvPr/>
            </p:nvSpPr>
            <p:spPr>
              <a:xfrm>
                <a:off x="5884739" y="1319657"/>
                <a:ext cx="31252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1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1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GB" b="1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𝑪</m:t>
                          </m:r>
                        </m:sub>
                      </m:sSub>
                    </m:oMath>
                  </m:oMathPara>
                </a14:m>
                <a:endParaRPr lang="en-GB" b="1" i="1" dirty="0">
                  <a:solidFill>
                    <a:schemeClr val="accent2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0163E19E-74AC-4665-8326-EA24AC2264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4739" y="1319657"/>
                <a:ext cx="312521" cy="276999"/>
              </a:xfrm>
              <a:prstGeom prst="rect">
                <a:avLst/>
              </a:prstGeom>
              <a:blipFill>
                <a:blip r:embed="rId7"/>
                <a:stretch>
                  <a:fillRect l="-17308" r="-7692" b="-1521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41E1A768-877A-4019-8E98-4F9A44905F3C}"/>
              </a:ext>
            </a:extLst>
          </p:cNvPr>
          <p:cNvCxnSpPr>
            <a:cxnSpLocks/>
          </p:cNvCxnSpPr>
          <p:nvPr/>
        </p:nvCxnSpPr>
        <p:spPr>
          <a:xfrm flipH="1">
            <a:off x="727802" y="2690777"/>
            <a:ext cx="1097028" cy="8793"/>
          </a:xfrm>
          <a:prstGeom prst="straightConnector1">
            <a:avLst/>
          </a:prstGeom>
          <a:ln w="12700">
            <a:headEnd type="triangle"/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384D0DB5-ADC0-41B8-8A9A-4B16A7816BAA}"/>
                  </a:ext>
                </a:extLst>
              </p:cNvPr>
              <p:cNvSpPr txBox="1"/>
              <p:nvPr/>
            </p:nvSpPr>
            <p:spPr>
              <a:xfrm>
                <a:off x="943248" y="2741211"/>
                <a:ext cx="730969" cy="276999"/>
              </a:xfrm>
              <a:prstGeom prst="rect">
                <a:avLst/>
              </a:prstGeom>
            </p:spPr>
            <p:style>
              <a:lnRef idx="2">
                <a:schemeClr val="accent4"/>
              </a:lnRef>
              <a:fillRef idx="1">
                <a:schemeClr val="lt1"/>
              </a:fillRef>
              <a:effectRef idx="0">
                <a:schemeClr val="accent4"/>
              </a:effectRef>
              <a:fontRef idx="minor">
                <a:schemeClr val="dk1"/>
              </a:fontRef>
            </p:style>
            <p:txBody>
              <a:bodyPr wrap="none" lIns="0" tIns="0" rIns="0" bIns="0" rtlCol="0">
                <a:spAutoFit/>
              </a:bodyPr>
              <a:lstStyle/>
              <a:p>
                <a:r>
                  <a:rPr lang="en-GB" b="1" i="1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z</a:t>
                </a:r>
                <a14:m>
                  <m:oMath xmlns:m="http://schemas.openxmlformats.org/officeDocument/2006/math">
                    <m:r>
                      <a:rPr lang="en-GB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unc>
                      <m:funcPr>
                        <m:ctrlPr>
                          <a:rPr lang="en-GB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GB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𝒕𝒈</m:t>
                        </m:r>
                      </m:fName>
                      <m:e>
                        <m:r>
                          <a:rPr lang="en-GB" b="1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𝜽</m:t>
                        </m:r>
                        <m:r>
                          <a:rPr lang="en-GB" b="1" i="1" baseline="-25000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𝒄</m:t>
                        </m:r>
                      </m:e>
                    </m:func>
                  </m:oMath>
                </a14:m>
                <a:endParaRPr lang="en-GB" b="1" i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384D0DB5-ADC0-41B8-8A9A-4B16A7816B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3248" y="2741211"/>
                <a:ext cx="730969" cy="276999"/>
              </a:xfrm>
              <a:prstGeom prst="rect">
                <a:avLst/>
              </a:prstGeom>
              <a:blipFill>
                <a:blip r:embed="rId8"/>
                <a:stretch>
                  <a:fillRect l="-18852" t="-29787" r="-4918" b="-4255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04814CE2-5F15-4B1B-8570-EEEEC4382D1D}"/>
              </a:ext>
            </a:extLst>
          </p:cNvPr>
          <p:cNvCxnSpPr>
            <a:cxnSpLocks/>
          </p:cNvCxnSpPr>
          <p:nvPr/>
        </p:nvCxnSpPr>
        <p:spPr>
          <a:xfrm flipH="1">
            <a:off x="5120640" y="2691270"/>
            <a:ext cx="1097028" cy="8793"/>
          </a:xfrm>
          <a:prstGeom prst="straightConnector1">
            <a:avLst/>
          </a:prstGeom>
          <a:ln w="12700">
            <a:headEnd type="triangle"/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C868C2D4-F72D-4059-8DCD-8F87C532E9A9}"/>
                  </a:ext>
                </a:extLst>
              </p:cNvPr>
              <p:cNvSpPr txBox="1"/>
              <p:nvPr/>
            </p:nvSpPr>
            <p:spPr>
              <a:xfrm>
                <a:off x="5336086" y="2741704"/>
                <a:ext cx="730969" cy="276999"/>
              </a:xfrm>
              <a:prstGeom prst="rect">
                <a:avLst/>
              </a:prstGeom>
            </p:spPr>
            <p:style>
              <a:lnRef idx="2">
                <a:schemeClr val="accent4"/>
              </a:lnRef>
              <a:fillRef idx="1">
                <a:schemeClr val="lt1"/>
              </a:fillRef>
              <a:effectRef idx="0">
                <a:schemeClr val="accent4"/>
              </a:effectRef>
              <a:fontRef idx="minor">
                <a:schemeClr val="dk1"/>
              </a:fontRef>
            </p:style>
            <p:txBody>
              <a:bodyPr wrap="none" lIns="0" tIns="0" rIns="0" bIns="0" rtlCol="0">
                <a:spAutoFit/>
              </a:bodyPr>
              <a:lstStyle/>
              <a:p>
                <a:r>
                  <a:rPr lang="en-GB" b="1" i="1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z</a:t>
                </a:r>
                <a14:m>
                  <m:oMath xmlns:m="http://schemas.openxmlformats.org/officeDocument/2006/math">
                    <m:r>
                      <a:rPr lang="en-GB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unc>
                      <m:funcPr>
                        <m:ctrlPr>
                          <a:rPr lang="en-GB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GB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𝒕𝒈</m:t>
                        </m:r>
                      </m:fName>
                      <m:e>
                        <m:r>
                          <a:rPr lang="en-GB" b="1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𝜽</m:t>
                        </m:r>
                        <m:r>
                          <a:rPr lang="en-GB" b="1" i="1" baseline="-25000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𝒄</m:t>
                        </m:r>
                      </m:e>
                    </m:func>
                  </m:oMath>
                </a14:m>
                <a:endParaRPr lang="en-GB" b="1" i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C868C2D4-F72D-4059-8DCD-8F87C532E9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6086" y="2741704"/>
                <a:ext cx="730969" cy="276999"/>
              </a:xfrm>
              <a:prstGeom prst="rect">
                <a:avLst/>
              </a:prstGeom>
              <a:blipFill>
                <a:blip r:embed="rId9"/>
                <a:stretch>
                  <a:fillRect l="-18033" t="-29787" r="-5738" b="-4255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6CF8A666-B4F2-4BE1-A5F4-7C9A14D42678}"/>
                  </a:ext>
                </a:extLst>
              </p:cNvPr>
              <p:cNvSpPr txBox="1"/>
              <p:nvPr/>
            </p:nvSpPr>
            <p:spPr>
              <a:xfrm>
                <a:off x="360745" y="2308447"/>
                <a:ext cx="163203" cy="54765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b="1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1" i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𝐯</m:t>
                        </m:r>
                      </m:e>
                      <m:sub>
                        <m:r>
                          <a:rPr lang="en-GB" b="1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GB" b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6CF8A666-B4F2-4BE1-A5F4-7C9A14D426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745" y="2308447"/>
                <a:ext cx="163203" cy="547650"/>
              </a:xfrm>
              <a:prstGeom prst="rect">
                <a:avLst/>
              </a:prstGeom>
              <a:blipFill>
                <a:blip r:embed="rId10"/>
                <a:stretch>
                  <a:fillRect l="-37037" r="-7037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EFAF1933-C555-45B7-B364-99FF3D8F5718}"/>
                  </a:ext>
                </a:extLst>
              </p:cNvPr>
              <p:cNvSpPr txBox="1"/>
              <p:nvPr/>
            </p:nvSpPr>
            <p:spPr>
              <a:xfrm>
                <a:off x="364071" y="2599919"/>
                <a:ext cx="163203" cy="54765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b="1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1" i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𝐯</m:t>
                        </m:r>
                      </m:e>
                      <m:sub>
                        <m:r>
                          <a:rPr lang="en-GB" b="1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GB" b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EFAF1933-C555-45B7-B364-99FF3D8F57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4071" y="2599919"/>
                <a:ext cx="163203" cy="547650"/>
              </a:xfrm>
              <a:prstGeom prst="rect">
                <a:avLst/>
              </a:prstGeom>
              <a:blipFill>
                <a:blip r:embed="rId11"/>
                <a:stretch>
                  <a:fillRect l="-38462" r="-7692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6CBCF10F-7F02-1A0D-9DD2-2BCE7CA20726}"/>
                  </a:ext>
                </a:extLst>
              </p:cNvPr>
              <p:cNvSpPr txBox="1"/>
              <p:nvPr/>
            </p:nvSpPr>
            <p:spPr>
              <a:xfrm>
                <a:off x="-103935" y="4805160"/>
                <a:ext cx="6094378" cy="39414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𝑟𝑒𝑓𝑟𝑎</m:t>
                          </m:r>
                          <m:r>
                            <a:rPr lang="en-GB" i="0">
                              <a:latin typeface="Cambria Math" panose="02040503050406030204" pitchFamily="18" charset="0"/>
                            </a:rPr>
                            <m:t>çã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r>
                        <a:rPr lang="en-GB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r>
                        <a:rPr lang="en-GB" i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  <m:r>
                        <a:rPr lang="en-GB" i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6CBCF10F-7F02-1A0D-9DD2-2BCE7CA207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03935" y="4805160"/>
                <a:ext cx="6094378" cy="394147"/>
              </a:xfrm>
              <a:prstGeom prst="rect">
                <a:avLst/>
              </a:prstGeom>
              <a:blipFill>
                <a:blip r:embed="rId13"/>
                <a:stretch>
                  <a:fillRect b="-923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0BFEE833-C04B-ACA1-338A-E9C0514F5163}"/>
                  </a:ext>
                </a:extLst>
              </p:cNvPr>
              <p:cNvSpPr txBox="1"/>
              <p:nvPr/>
            </p:nvSpPr>
            <p:spPr>
              <a:xfrm>
                <a:off x="5732477" y="954972"/>
                <a:ext cx="6094378" cy="61202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r>
                        <a:rPr lang="en-GB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GB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𝑎</m:t>
                          </m:r>
                        </m:num>
                        <m:den>
                          <m:sSub>
                            <m:sSubPr>
                              <m:ctrlPr>
                                <a:rPr lang="en-GB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GB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GB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𝑐</m:t>
                          </m:r>
                        </m:num>
                        <m:den>
                          <m:sSub>
                            <m:sSubPr>
                              <m:ctrlPr>
                                <a:rPr lang="en-GB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GB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GB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num>
                        <m:den>
                          <m:sSub>
                            <m:sSubPr>
                              <m:ctrlPr>
                                <a:rPr lang="en-GB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GB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m:rPr>
                              <m:sty m:val="p"/>
                            </m:rPr>
                            <a:rPr lang="en-GB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⁡</m:t>
                          </m:r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0BFEE833-C04B-ACA1-338A-E9C0514F51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2477" y="954972"/>
                <a:ext cx="6094378" cy="612027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846D6F0B-C30B-2150-1E79-2B87E5D6D6EA}"/>
                  </a:ext>
                </a:extLst>
              </p:cNvPr>
              <p:cNvSpPr txBox="1"/>
              <p:nvPr/>
            </p:nvSpPr>
            <p:spPr>
              <a:xfrm>
                <a:off x="5283538" y="2085551"/>
                <a:ext cx="6094378" cy="6819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r>
                        <a:rPr lang="en-GB" i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GB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0">
                              <a:latin typeface="Cambria Math" panose="02040503050406030204" pitchFamily="18" charset="0"/>
                            </a:rPr>
                            <m:t>2.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num>
                        <m:den>
                          <m:sSub>
                            <m:sSubPr>
                              <m:ctrlPr>
                                <a:rPr lang="en-GB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GB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𝑐𝑜𝑠</m:t>
                          </m:r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846D6F0B-C30B-2150-1E79-2B87E5D6D6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3538" y="2085551"/>
                <a:ext cx="6094378" cy="681918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1AD89772-8037-FEE4-09E4-57F295B3E312}"/>
                  </a:ext>
                </a:extLst>
              </p:cNvPr>
              <p:cNvSpPr txBox="1"/>
              <p:nvPr/>
            </p:nvSpPr>
            <p:spPr>
              <a:xfrm>
                <a:off x="5477937" y="2992486"/>
                <a:ext cx="6094378" cy="66358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  <m:r>
                        <a:rPr lang="en-GB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𝑏</m:t>
                          </m:r>
                        </m:num>
                        <m:den>
                          <m:sSub>
                            <m:sSubPr>
                              <m:ctrlPr>
                                <a:rPr lang="en-GB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GB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en-GB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i="0">
                              <a:latin typeface="Cambria Math" panose="02040503050406030204" pitchFamily="18" charset="0"/>
                            </a:rPr>
                            <m:t>−2.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en-GB" i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𝑡𝑔</m:t>
                          </m:r>
                          <m:sSub>
                            <m:sSubPr>
                              <m:ctrlPr>
                                <a:rPr lang="en-GB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GB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GB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1AD89772-8037-FEE4-09E4-57F295B3E3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77937" y="2992486"/>
                <a:ext cx="6094378" cy="66358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8D735BE4-CE74-40DA-B242-7D8B65EA140D}"/>
                  </a:ext>
                </a:extLst>
              </p:cNvPr>
              <p:cNvSpPr txBox="1"/>
              <p:nvPr/>
            </p:nvSpPr>
            <p:spPr>
              <a:xfrm>
                <a:off x="1276316" y="5313657"/>
                <a:ext cx="6094378" cy="6819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𝑟𝑒𝑓𝑟𝑎</m:t>
                          </m:r>
                          <m:r>
                            <a:rPr lang="en-GB" i="0">
                              <a:latin typeface="Cambria Math" panose="02040503050406030204" pitchFamily="18" charset="0"/>
                            </a:rPr>
                            <m:t>çã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r>
                        <a:rPr lang="en-GB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r>
                        <a:rPr lang="en-GB" i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  <m:r>
                        <a:rPr lang="en-GB" i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GB" i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GB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0">
                              <a:latin typeface="Cambria Math" panose="02040503050406030204" pitchFamily="18" charset="0"/>
                            </a:rPr>
                            <m:t>2.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en-GB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sSub>
                            <m:sSubPr>
                              <m:ctrlPr>
                                <a:rPr lang="en-GB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GB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𝑐𝑜𝑠</m:t>
                          </m:r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den>
                      </m:f>
                      <m:r>
                        <a:rPr lang="en-GB" i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i="0">
                              <a:latin typeface="Cambria Math" panose="02040503050406030204" pitchFamily="18" charset="0"/>
                            </a:rPr>
                            <m:t>−2.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en-GB" i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𝑡𝑔</m:t>
                          </m:r>
                          <m:sSub>
                            <m:sSubPr>
                              <m:ctrlPr>
                                <a:rPr lang="en-GB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GB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GB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8D735BE4-CE74-40DA-B242-7D8B65EA14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6316" y="5313657"/>
                <a:ext cx="6094378" cy="681918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1A56FC33-6C2B-A8D1-9BB3-30042D2A53CC}"/>
              </a:ext>
            </a:extLst>
          </p:cNvPr>
          <p:cNvSpPr txBox="1"/>
          <p:nvPr/>
        </p:nvSpPr>
        <p:spPr>
          <a:xfrm>
            <a:off x="10365252" y="5181894"/>
            <a:ext cx="170582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800" i="1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These</a:t>
            </a:r>
            <a:r>
              <a:rPr lang="pt-BR" sz="800" i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slides</a:t>
            </a:r>
            <a:r>
              <a:rPr lang="pt-BR" sz="800" i="1" dirty="0"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pt-BR" sz="800" i="1" dirty="0" err="1">
                <a:latin typeface="Arial" panose="020B0604020202020204" pitchFamily="34" charset="0"/>
                <a:ea typeface="Times New Roman" panose="02020603050405020304" pitchFamily="18" charset="0"/>
              </a:rPr>
              <a:t>were</a:t>
            </a:r>
            <a:r>
              <a:rPr lang="pt-BR" sz="800" i="1" dirty="0"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pt-BR" sz="800" i="1" dirty="0" err="1">
                <a:latin typeface="Arial" panose="020B0604020202020204" pitchFamily="34" charset="0"/>
                <a:ea typeface="Times New Roman" panose="02020603050405020304" pitchFamily="18" charset="0"/>
              </a:rPr>
              <a:t>prepared</a:t>
            </a:r>
            <a:r>
              <a:rPr lang="pt-BR" sz="800" i="1" dirty="0"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pt-BR" sz="800" i="1" dirty="0" err="1">
                <a:latin typeface="Arial" panose="020B0604020202020204" pitchFamily="34" charset="0"/>
                <a:ea typeface="Times New Roman" panose="02020603050405020304" pitchFamily="18" charset="0"/>
              </a:rPr>
              <a:t>to</a:t>
            </a:r>
            <a:r>
              <a:rPr lang="pt-BR" sz="800" i="1" dirty="0"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pt-BR" sz="800" i="1" dirty="0" err="1">
                <a:latin typeface="Arial" panose="020B0604020202020204" pitchFamily="34" charset="0"/>
                <a:ea typeface="Times New Roman" panose="02020603050405020304" pitchFamily="18" charset="0"/>
              </a:rPr>
              <a:t>be</a:t>
            </a:r>
            <a:r>
              <a:rPr lang="pt-BR" sz="800" i="1" dirty="0"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pt-BR" sz="800" i="1" dirty="0" err="1">
                <a:latin typeface="Arial" panose="020B0604020202020204" pitchFamily="34" charset="0"/>
                <a:ea typeface="Times New Roman" panose="02020603050405020304" pitchFamily="18" charset="0"/>
              </a:rPr>
              <a:t>published</a:t>
            </a:r>
            <a:r>
              <a:rPr lang="pt-BR" sz="800" i="1" dirty="0">
                <a:latin typeface="Arial" panose="020B0604020202020204" pitchFamily="34" charset="0"/>
                <a:ea typeface="Times New Roman" panose="02020603050405020304" pitchFamily="18" charset="0"/>
              </a:rPr>
              <a:t> in </a:t>
            </a:r>
            <a:r>
              <a:rPr lang="pt-BR" sz="800" i="1" dirty="0" err="1">
                <a:latin typeface="Arial" panose="020B0604020202020204" pitchFamily="34" charset="0"/>
                <a:ea typeface="Times New Roman" panose="02020603050405020304" pitchFamily="18" charset="0"/>
              </a:rPr>
              <a:t>BrJG</a:t>
            </a:r>
            <a:r>
              <a:rPr lang="pt-BR" sz="800" i="1" dirty="0">
                <a:latin typeface="Arial" panose="020B0604020202020204" pitchFamily="34" charset="0"/>
                <a:ea typeface="Times New Roman" panose="02020603050405020304" pitchFamily="18" charset="0"/>
              </a:rPr>
              <a:t>, </a:t>
            </a:r>
            <a:r>
              <a:rPr lang="pt-BR" sz="800" i="1" dirty="0" err="1">
                <a:latin typeface="Arial" panose="020B0604020202020204" pitchFamily="34" charset="0"/>
                <a:ea typeface="Times New Roman" panose="02020603050405020304" pitchFamily="18" charset="0"/>
              </a:rPr>
              <a:t>Brazilian</a:t>
            </a:r>
            <a:r>
              <a:rPr lang="pt-BR" sz="800" i="1" dirty="0"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pt-BR" sz="800" i="1" dirty="0" err="1">
                <a:latin typeface="Arial" panose="020B0604020202020204" pitchFamily="34" charset="0"/>
                <a:ea typeface="Times New Roman" panose="02020603050405020304" pitchFamily="18" charset="0"/>
              </a:rPr>
              <a:t>Journal</a:t>
            </a:r>
            <a:r>
              <a:rPr lang="pt-BR" sz="800" i="1" dirty="0"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pt-BR" sz="800" i="1" dirty="0" err="1">
                <a:latin typeface="Arial" panose="020B0604020202020204" pitchFamily="34" charset="0"/>
                <a:ea typeface="Times New Roman" panose="02020603050405020304" pitchFamily="18" charset="0"/>
              </a:rPr>
              <a:t>of</a:t>
            </a:r>
            <a:r>
              <a:rPr lang="pt-BR" sz="800" i="1" dirty="0"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pt-BR" sz="800" i="1" dirty="0" err="1">
                <a:latin typeface="Arial" panose="020B0604020202020204" pitchFamily="34" charset="0"/>
                <a:ea typeface="Times New Roman" panose="02020603050405020304" pitchFamily="18" charset="0"/>
              </a:rPr>
              <a:t>Geophysics</a:t>
            </a:r>
            <a:r>
              <a:rPr lang="pt-BR" sz="800" i="1" dirty="0">
                <a:latin typeface="Arial" panose="020B0604020202020204" pitchFamily="34" charset="0"/>
                <a:ea typeface="Times New Roman" panose="02020603050405020304" pitchFamily="18" charset="0"/>
              </a:rPr>
              <a:t> in </a:t>
            </a:r>
            <a:r>
              <a:rPr lang="pt-BR" sz="800" i="1" dirty="0" err="1">
                <a:latin typeface="Arial" panose="020B0604020202020204" pitchFamily="34" charset="0"/>
                <a:ea typeface="Times New Roman" panose="02020603050405020304" pitchFamily="18" charset="0"/>
              </a:rPr>
              <a:t>September</a:t>
            </a:r>
            <a:r>
              <a:rPr lang="pt-BR" sz="800" i="1" dirty="0">
                <a:latin typeface="Arial" panose="020B0604020202020204" pitchFamily="34" charset="0"/>
                <a:ea typeface="Times New Roman" panose="02020603050405020304" pitchFamily="18" charset="0"/>
              </a:rPr>
              <a:t> 2026. They </a:t>
            </a:r>
            <a:r>
              <a:rPr lang="pt-BR" sz="800" i="1" dirty="0" err="1">
                <a:latin typeface="Arial" panose="020B0604020202020204" pitchFamily="34" charset="0"/>
                <a:ea typeface="Times New Roman" panose="02020603050405020304" pitchFamily="18" charset="0"/>
              </a:rPr>
              <a:t>can</a:t>
            </a:r>
            <a:r>
              <a:rPr lang="pt-BR" sz="800" i="1" dirty="0"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pt-BR" sz="800" i="1" dirty="0" err="1">
                <a:latin typeface="Arial" panose="020B0604020202020204" pitchFamily="34" charset="0"/>
                <a:ea typeface="Times New Roman" panose="02020603050405020304" pitchFamily="18" charset="0"/>
              </a:rPr>
              <a:t>be</a:t>
            </a:r>
            <a:r>
              <a:rPr lang="pt-BR" sz="800" i="1" dirty="0"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pt-BR" sz="800" i="1" dirty="0" err="1">
                <a:latin typeface="Arial" panose="020B0604020202020204" pitchFamily="34" charset="0"/>
                <a:ea typeface="Times New Roman" panose="02020603050405020304" pitchFamily="18" charset="0"/>
              </a:rPr>
              <a:t>widely</a:t>
            </a:r>
            <a:r>
              <a:rPr lang="pt-BR" sz="800" i="1" dirty="0"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pt-BR" sz="800" i="1" dirty="0" err="1">
                <a:latin typeface="Arial" panose="020B0604020202020204" pitchFamily="34" charset="0"/>
                <a:ea typeface="Times New Roman" panose="02020603050405020304" pitchFamily="18" charset="0"/>
              </a:rPr>
              <a:t>used</a:t>
            </a:r>
            <a:r>
              <a:rPr lang="pt-BR" sz="800" i="1" dirty="0">
                <a:latin typeface="Arial" panose="020B0604020202020204" pitchFamily="34" charset="0"/>
                <a:ea typeface="Times New Roman" panose="02020603050405020304" pitchFamily="18" charset="0"/>
              </a:rPr>
              <a:t> in </a:t>
            </a:r>
            <a:r>
              <a:rPr lang="pt-BR" sz="800" i="1" dirty="0" err="1">
                <a:latin typeface="Arial" panose="020B0604020202020204" pitchFamily="34" charset="0"/>
                <a:ea typeface="Times New Roman" panose="02020603050405020304" pitchFamily="18" charset="0"/>
              </a:rPr>
              <a:t>lectures</a:t>
            </a:r>
            <a:r>
              <a:rPr lang="pt-BR" sz="800" i="1" dirty="0"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pt-BR" sz="800" i="1" dirty="0" err="1">
                <a:latin typeface="Arial" panose="020B0604020202020204" pitchFamily="34" charset="0"/>
                <a:ea typeface="Times New Roman" panose="02020603050405020304" pitchFamily="18" charset="0"/>
              </a:rPr>
              <a:t>and</a:t>
            </a:r>
            <a:r>
              <a:rPr lang="pt-BR" sz="800" i="1" dirty="0"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pt-BR" sz="800" i="1" dirty="0" err="1">
                <a:latin typeface="Arial" panose="020B0604020202020204" pitchFamily="34" charset="0"/>
                <a:ea typeface="Times New Roman" panose="02020603050405020304" pitchFamily="18" charset="0"/>
              </a:rPr>
              <a:t>courses</a:t>
            </a:r>
            <a:r>
              <a:rPr lang="pt-BR" sz="800" i="1" dirty="0">
                <a:latin typeface="Arial" panose="020B0604020202020204" pitchFamily="34" charset="0"/>
                <a:ea typeface="Times New Roman" panose="02020603050405020304" pitchFamily="18" charset="0"/>
              </a:rPr>
              <a:t>.</a:t>
            </a:r>
            <a:endParaRPr lang="en-GB" dirty="0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58F455F5-5BE2-E700-F76E-54BAED12F1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96522" y="6012891"/>
            <a:ext cx="1243285" cy="4380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5716442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4" grpId="0" animBg="1"/>
      <p:bldP spid="4" grpId="0"/>
      <p:bldP spid="16" grpId="0"/>
      <p:bldP spid="25" grpId="0" animBg="1"/>
      <p:bldP spid="26" grpId="0" animBg="1"/>
      <p:bldP spid="27" grpId="0" animBg="1"/>
      <p:bldP spid="29" grpId="0" animBg="1"/>
      <p:bldP spid="30" grpId="0"/>
      <p:bldP spid="32" grpId="0" animBg="1"/>
      <p:bldP spid="33" grpId="0" animBg="1"/>
      <p:bldP spid="34" grpId="0"/>
      <p:bldP spid="36" grpId="0" animBg="1"/>
      <p:bldP spid="38" grpId="0" animBg="1"/>
      <p:bldP spid="61" grpId="0"/>
      <p:bldP spid="63" grpId="0"/>
      <p:bldP spid="65" grpId="0"/>
      <p:bldP spid="67" grpId="0"/>
      <p:bldP spid="6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extBox 57">
            <a:extLst>
              <a:ext uri="{FF2B5EF4-FFF2-40B4-BE49-F238E27FC236}">
                <a16:creationId xmlns:a16="http://schemas.microsoft.com/office/drawing/2014/main" id="{34319785-58E2-A59F-D610-45899CEDA7F6}"/>
              </a:ext>
            </a:extLst>
          </p:cNvPr>
          <p:cNvSpPr txBox="1"/>
          <p:nvPr/>
        </p:nvSpPr>
        <p:spPr>
          <a:xfrm>
            <a:off x="1399355" y="2749155"/>
            <a:ext cx="988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F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497D9A1-BD63-0032-C46F-5BD6BB0E3200}"/>
              </a:ext>
            </a:extLst>
          </p:cNvPr>
          <p:cNvSpPr txBox="1"/>
          <p:nvPr/>
        </p:nvSpPr>
        <p:spPr>
          <a:xfrm>
            <a:off x="1885114" y="2671231"/>
            <a:ext cx="988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B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4CF1A87A-824C-469F-AD29-BF1A98202F4A}"/>
              </a:ext>
            </a:extLst>
          </p:cNvPr>
          <p:cNvSpPr/>
          <p:nvPr/>
        </p:nvSpPr>
        <p:spPr>
          <a:xfrm>
            <a:off x="332510" y="775860"/>
            <a:ext cx="5875409" cy="3678030"/>
          </a:xfrm>
          <a:prstGeom prst="rect">
            <a:avLst/>
          </a:prstGeom>
          <a:noFill/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63429CE-1628-462E-B947-B4166ABFE6C7}"/>
              </a:ext>
            </a:extLst>
          </p:cNvPr>
          <p:cNvCxnSpPr>
            <a:cxnSpLocks/>
          </p:cNvCxnSpPr>
          <p:nvPr/>
        </p:nvCxnSpPr>
        <p:spPr>
          <a:xfrm>
            <a:off x="1379903" y="666322"/>
            <a:ext cx="4439872" cy="0"/>
          </a:xfrm>
          <a:prstGeom prst="straightConnector1">
            <a:avLst/>
          </a:prstGeom>
          <a:ln w="127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D5AFB65D-DD00-449F-806D-CC5A29FEAED3}"/>
              </a:ext>
            </a:extLst>
          </p:cNvPr>
          <p:cNvSpPr txBox="1"/>
          <p:nvPr/>
        </p:nvSpPr>
        <p:spPr>
          <a:xfrm>
            <a:off x="3328462" y="232768"/>
            <a:ext cx="3584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x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4B2A5B5-13EC-4673-BF32-5794007D57F0}"/>
              </a:ext>
            </a:extLst>
          </p:cNvPr>
          <p:cNvCxnSpPr>
            <a:cxnSpLocks/>
          </p:cNvCxnSpPr>
          <p:nvPr/>
        </p:nvCxnSpPr>
        <p:spPr>
          <a:xfrm>
            <a:off x="1155815" y="775860"/>
            <a:ext cx="787285" cy="1944226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A28DD8E6-0DDE-4BFC-8C70-99E9F50C72B4}"/>
              </a:ext>
            </a:extLst>
          </p:cNvPr>
          <p:cNvCxnSpPr>
            <a:cxnSpLocks/>
          </p:cNvCxnSpPr>
          <p:nvPr/>
        </p:nvCxnSpPr>
        <p:spPr>
          <a:xfrm flipV="1">
            <a:off x="5680029" y="822815"/>
            <a:ext cx="205185" cy="1301805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354DF003-D424-4665-A182-5277563E722E}"/>
              </a:ext>
            </a:extLst>
          </p:cNvPr>
          <p:cNvCxnSpPr>
            <a:cxnSpLocks/>
          </p:cNvCxnSpPr>
          <p:nvPr/>
        </p:nvCxnSpPr>
        <p:spPr>
          <a:xfrm flipV="1">
            <a:off x="1989135" y="2082797"/>
            <a:ext cx="3668439" cy="611188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3AFF2449-35A9-465E-9A2E-43B7219F8AA5}"/>
              </a:ext>
            </a:extLst>
          </p:cNvPr>
          <p:cNvCxnSpPr>
            <a:cxnSpLocks/>
          </p:cNvCxnSpPr>
          <p:nvPr/>
        </p:nvCxnSpPr>
        <p:spPr>
          <a:xfrm flipH="1">
            <a:off x="328744" y="2030866"/>
            <a:ext cx="5848219" cy="32059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06DD640-8958-4F5C-94D7-D95D72676023}"/>
              </a:ext>
            </a:extLst>
          </p:cNvPr>
          <p:cNvCxnSpPr>
            <a:cxnSpLocks/>
          </p:cNvCxnSpPr>
          <p:nvPr/>
        </p:nvCxnSpPr>
        <p:spPr>
          <a:xfrm>
            <a:off x="1775227" y="1502569"/>
            <a:ext cx="200943" cy="1250999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EB714E44-7F85-4E7D-9EBF-1507F708D501}"/>
              </a:ext>
            </a:extLst>
          </p:cNvPr>
          <p:cNvCxnSpPr>
            <a:cxnSpLocks/>
          </p:cNvCxnSpPr>
          <p:nvPr/>
        </p:nvCxnSpPr>
        <p:spPr>
          <a:xfrm>
            <a:off x="5457825" y="874971"/>
            <a:ext cx="201367" cy="1262112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525092A5-A95B-4678-ACD5-F953D23C3E76}"/>
                  </a:ext>
                </a:extLst>
              </p:cNvPr>
              <p:cNvSpPr txBox="1"/>
              <p:nvPr/>
            </p:nvSpPr>
            <p:spPr>
              <a:xfrm>
                <a:off x="1757251" y="2039503"/>
                <a:ext cx="31252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1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1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GB" b="1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𝑪</m:t>
                          </m:r>
                        </m:sub>
                      </m:sSub>
                    </m:oMath>
                  </m:oMathPara>
                </a14:m>
                <a:endParaRPr lang="en-GB" b="1" i="1" dirty="0">
                  <a:solidFill>
                    <a:schemeClr val="accent2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525092A5-A95B-4678-ACD5-F953D23C3E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7251" y="2039503"/>
                <a:ext cx="312521" cy="276999"/>
              </a:xfrm>
              <a:prstGeom prst="rect">
                <a:avLst/>
              </a:prstGeom>
              <a:blipFill>
                <a:blip r:embed="rId3"/>
                <a:stretch>
                  <a:fillRect l="-17308" r="-7692" b="-1777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D61A596E-4FA0-40DC-A4FE-5DAF2D5DF5EA}"/>
              </a:ext>
            </a:extLst>
          </p:cNvPr>
          <p:cNvSpPr/>
          <p:nvPr/>
        </p:nvSpPr>
        <p:spPr>
          <a:xfrm rot="881840">
            <a:off x="1778885" y="2287188"/>
            <a:ext cx="130969" cy="45719"/>
          </a:xfrm>
          <a:custGeom>
            <a:avLst/>
            <a:gdLst>
              <a:gd name="connsiteX0" fmla="*/ 3231 w 266756"/>
              <a:gd name="connsiteY0" fmla="*/ 74613 h 74613"/>
              <a:gd name="connsiteX1" fmla="*/ 56 w 266756"/>
              <a:gd name="connsiteY1" fmla="*/ 66675 h 74613"/>
              <a:gd name="connsiteX2" fmla="*/ 12756 w 266756"/>
              <a:gd name="connsiteY2" fmla="*/ 49213 h 74613"/>
              <a:gd name="connsiteX3" fmla="*/ 17518 w 266756"/>
              <a:gd name="connsiteY3" fmla="*/ 41275 h 74613"/>
              <a:gd name="connsiteX4" fmla="*/ 23868 w 266756"/>
              <a:gd name="connsiteY4" fmla="*/ 38100 h 74613"/>
              <a:gd name="connsiteX5" fmla="*/ 33393 w 266756"/>
              <a:gd name="connsiteY5" fmla="*/ 31750 h 74613"/>
              <a:gd name="connsiteX6" fmla="*/ 41331 w 266756"/>
              <a:gd name="connsiteY6" fmla="*/ 25400 h 74613"/>
              <a:gd name="connsiteX7" fmla="*/ 47681 w 266756"/>
              <a:gd name="connsiteY7" fmla="*/ 23813 h 74613"/>
              <a:gd name="connsiteX8" fmla="*/ 58793 w 266756"/>
              <a:gd name="connsiteY8" fmla="*/ 20638 h 74613"/>
              <a:gd name="connsiteX9" fmla="*/ 85781 w 266756"/>
              <a:gd name="connsiteY9" fmla="*/ 14288 h 74613"/>
              <a:gd name="connsiteX10" fmla="*/ 90543 w 266756"/>
              <a:gd name="connsiteY10" fmla="*/ 11113 h 74613"/>
              <a:gd name="connsiteX11" fmla="*/ 131818 w 266756"/>
              <a:gd name="connsiteY11" fmla="*/ 3175 h 74613"/>
              <a:gd name="connsiteX12" fmla="*/ 169918 w 266756"/>
              <a:gd name="connsiteY12" fmla="*/ 0 h 74613"/>
              <a:gd name="connsiteX13" fmla="*/ 266756 w 266756"/>
              <a:gd name="connsiteY13" fmla="*/ 1588 h 746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66756" h="74613">
                <a:moveTo>
                  <a:pt x="3231" y="74613"/>
                </a:moveTo>
                <a:cubicBezTo>
                  <a:pt x="2173" y="71967"/>
                  <a:pt x="-413" y="69486"/>
                  <a:pt x="56" y="66675"/>
                </a:cubicBezTo>
                <a:cubicBezTo>
                  <a:pt x="1637" y="57191"/>
                  <a:pt x="7778" y="55614"/>
                  <a:pt x="12756" y="49213"/>
                </a:cubicBezTo>
                <a:cubicBezTo>
                  <a:pt x="14650" y="46777"/>
                  <a:pt x="15336" y="43457"/>
                  <a:pt x="17518" y="41275"/>
                </a:cubicBezTo>
                <a:cubicBezTo>
                  <a:pt x="19191" y="39602"/>
                  <a:pt x="21839" y="39318"/>
                  <a:pt x="23868" y="38100"/>
                </a:cubicBezTo>
                <a:cubicBezTo>
                  <a:pt x="27140" y="36137"/>
                  <a:pt x="30307" y="33994"/>
                  <a:pt x="33393" y="31750"/>
                </a:cubicBezTo>
                <a:cubicBezTo>
                  <a:pt x="36133" y="29757"/>
                  <a:pt x="38369" y="27045"/>
                  <a:pt x="41331" y="25400"/>
                </a:cubicBezTo>
                <a:cubicBezTo>
                  <a:pt x="43238" y="24341"/>
                  <a:pt x="45576" y="24387"/>
                  <a:pt x="47681" y="23813"/>
                </a:cubicBezTo>
                <a:cubicBezTo>
                  <a:pt x="51398" y="22799"/>
                  <a:pt x="55138" y="21856"/>
                  <a:pt x="58793" y="20638"/>
                </a:cubicBezTo>
                <a:cubicBezTo>
                  <a:pt x="79202" y="13834"/>
                  <a:pt x="63584" y="16753"/>
                  <a:pt x="85781" y="14288"/>
                </a:cubicBezTo>
                <a:cubicBezTo>
                  <a:pt x="87368" y="13230"/>
                  <a:pt x="88800" y="11888"/>
                  <a:pt x="90543" y="11113"/>
                </a:cubicBezTo>
                <a:cubicBezTo>
                  <a:pt x="102381" y="5852"/>
                  <a:pt x="121827" y="4285"/>
                  <a:pt x="131818" y="3175"/>
                </a:cubicBezTo>
                <a:cubicBezTo>
                  <a:pt x="154012" y="710"/>
                  <a:pt x="141325" y="1907"/>
                  <a:pt x="169918" y="0"/>
                </a:cubicBezTo>
                <a:lnTo>
                  <a:pt x="266756" y="1588"/>
                </a:ln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C628F1A9-1B69-4616-9E34-D2B894D8799A}"/>
              </a:ext>
            </a:extLst>
          </p:cNvPr>
          <p:cNvSpPr/>
          <p:nvPr/>
        </p:nvSpPr>
        <p:spPr>
          <a:xfrm rot="881840">
            <a:off x="5607675" y="1686144"/>
            <a:ext cx="130969" cy="45719"/>
          </a:xfrm>
          <a:custGeom>
            <a:avLst/>
            <a:gdLst>
              <a:gd name="connsiteX0" fmla="*/ 3231 w 266756"/>
              <a:gd name="connsiteY0" fmla="*/ 74613 h 74613"/>
              <a:gd name="connsiteX1" fmla="*/ 56 w 266756"/>
              <a:gd name="connsiteY1" fmla="*/ 66675 h 74613"/>
              <a:gd name="connsiteX2" fmla="*/ 12756 w 266756"/>
              <a:gd name="connsiteY2" fmla="*/ 49213 h 74613"/>
              <a:gd name="connsiteX3" fmla="*/ 17518 w 266756"/>
              <a:gd name="connsiteY3" fmla="*/ 41275 h 74613"/>
              <a:gd name="connsiteX4" fmla="*/ 23868 w 266756"/>
              <a:gd name="connsiteY4" fmla="*/ 38100 h 74613"/>
              <a:gd name="connsiteX5" fmla="*/ 33393 w 266756"/>
              <a:gd name="connsiteY5" fmla="*/ 31750 h 74613"/>
              <a:gd name="connsiteX6" fmla="*/ 41331 w 266756"/>
              <a:gd name="connsiteY6" fmla="*/ 25400 h 74613"/>
              <a:gd name="connsiteX7" fmla="*/ 47681 w 266756"/>
              <a:gd name="connsiteY7" fmla="*/ 23813 h 74613"/>
              <a:gd name="connsiteX8" fmla="*/ 58793 w 266756"/>
              <a:gd name="connsiteY8" fmla="*/ 20638 h 74613"/>
              <a:gd name="connsiteX9" fmla="*/ 85781 w 266756"/>
              <a:gd name="connsiteY9" fmla="*/ 14288 h 74613"/>
              <a:gd name="connsiteX10" fmla="*/ 90543 w 266756"/>
              <a:gd name="connsiteY10" fmla="*/ 11113 h 74613"/>
              <a:gd name="connsiteX11" fmla="*/ 131818 w 266756"/>
              <a:gd name="connsiteY11" fmla="*/ 3175 h 74613"/>
              <a:gd name="connsiteX12" fmla="*/ 169918 w 266756"/>
              <a:gd name="connsiteY12" fmla="*/ 0 h 74613"/>
              <a:gd name="connsiteX13" fmla="*/ 266756 w 266756"/>
              <a:gd name="connsiteY13" fmla="*/ 1588 h 746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66756" h="74613">
                <a:moveTo>
                  <a:pt x="3231" y="74613"/>
                </a:moveTo>
                <a:cubicBezTo>
                  <a:pt x="2173" y="71967"/>
                  <a:pt x="-413" y="69486"/>
                  <a:pt x="56" y="66675"/>
                </a:cubicBezTo>
                <a:cubicBezTo>
                  <a:pt x="1637" y="57191"/>
                  <a:pt x="7778" y="55614"/>
                  <a:pt x="12756" y="49213"/>
                </a:cubicBezTo>
                <a:cubicBezTo>
                  <a:pt x="14650" y="46777"/>
                  <a:pt x="15336" y="43457"/>
                  <a:pt x="17518" y="41275"/>
                </a:cubicBezTo>
                <a:cubicBezTo>
                  <a:pt x="19191" y="39602"/>
                  <a:pt x="21839" y="39318"/>
                  <a:pt x="23868" y="38100"/>
                </a:cubicBezTo>
                <a:cubicBezTo>
                  <a:pt x="27140" y="36137"/>
                  <a:pt x="30307" y="33994"/>
                  <a:pt x="33393" y="31750"/>
                </a:cubicBezTo>
                <a:cubicBezTo>
                  <a:pt x="36133" y="29757"/>
                  <a:pt x="38369" y="27045"/>
                  <a:pt x="41331" y="25400"/>
                </a:cubicBezTo>
                <a:cubicBezTo>
                  <a:pt x="43238" y="24341"/>
                  <a:pt x="45576" y="24387"/>
                  <a:pt x="47681" y="23813"/>
                </a:cubicBezTo>
                <a:cubicBezTo>
                  <a:pt x="51398" y="22799"/>
                  <a:pt x="55138" y="21856"/>
                  <a:pt x="58793" y="20638"/>
                </a:cubicBezTo>
                <a:cubicBezTo>
                  <a:pt x="79202" y="13834"/>
                  <a:pt x="63584" y="16753"/>
                  <a:pt x="85781" y="14288"/>
                </a:cubicBezTo>
                <a:cubicBezTo>
                  <a:pt x="87368" y="13230"/>
                  <a:pt x="88800" y="11888"/>
                  <a:pt x="90543" y="11113"/>
                </a:cubicBezTo>
                <a:cubicBezTo>
                  <a:pt x="102381" y="5852"/>
                  <a:pt x="121827" y="4285"/>
                  <a:pt x="131818" y="3175"/>
                </a:cubicBezTo>
                <a:cubicBezTo>
                  <a:pt x="154012" y="710"/>
                  <a:pt x="141325" y="1907"/>
                  <a:pt x="169918" y="0"/>
                </a:cubicBezTo>
                <a:lnTo>
                  <a:pt x="266756" y="1588"/>
                </a:ln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1B934840-0507-48CE-A94F-39CB0C05006A}"/>
                  </a:ext>
                </a:extLst>
              </p:cNvPr>
              <p:cNvSpPr txBox="1"/>
              <p:nvPr/>
            </p:nvSpPr>
            <p:spPr>
              <a:xfrm>
                <a:off x="5403223" y="1343904"/>
                <a:ext cx="31252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1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1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GB" b="1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𝑪</m:t>
                          </m:r>
                        </m:sub>
                      </m:sSub>
                    </m:oMath>
                  </m:oMathPara>
                </a14:m>
                <a:endParaRPr lang="en-GB" b="1" i="1" dirty="0">
                  <a:solidFill>
                    <a:schemeClr val="accent2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1B934840-0507-48CE-A94F-39CB0C0500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3223" y="1343904"/>
                <a:ext cx="312521" cy="276999"/>
              </a:xfrm>
              <a:prstGeom prst="rect">
                <a:avLst/>
              </a:prstGeom>
              <a:blipFill>
                <a:blip r:embed="rId4"/>
                <a:stretch>
                  <a:fillRect l="-17308" r="-7692" b="-1521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1026F6B1-EA44-4791-A9C5-5E7D1B536AC3}"/>
                  </a:ext>
                </a:extLst>
              </p:cNvPr>
              <p:cNvSpPr txBox="1"/>
              <p:nvPr/>
            </p:nvSpPr>
            <p:spPr>
              <a:xfrm>
                <a:off x="1549457" y="1412395"/>
                <a:ext cx="197734" cy="276999"/>
              </a:xfrm>
              <a:prstGeom prst="rect">
                <a:avLst/>
              </a:prstGeom>
            </p:spPr>
            <p:style>
              <a:lnRef idx="2">
                <a:schemeClr val="accent4"/>
              </a:lnRef>
              <a:fillRef idx="1">
                <a:schemeClr val="lt1"/>
              </a:fillRef>
              <a:effectRef idx="0">
                <a:schemeClr val="accent4"/>
              </a:effectRef>
              <a:fontRef idx="minor">
                <a:schemeClr val="dk1"/>
              </a:fontRef>
            </p:style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</m:oMath>
                  </m:oMathPara>
                </a14:m>
                <a:endParaRPr lang="en-GB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1026F6B1-EA44-4791-A9C5-5E7D1B536A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9457" y="1412395"/>
                <a:ext cx="197734" cy="276999"/>
              </a:xfrm>
              <a:prstGeom prst="rect">
                <a:avLst/>
              </a:prstGeom>
              <a:blipFill>
                <a:blip r:embed="rId5"/>
                <a:stretch>
                  <a:fillRect l="-11429" r="-1428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A6E7B341-0409-4A53-A7EA-F99CD9CB209C}"/>
                  </a:ext>
                </a:extLst>
              </p:cNvPr>
              <p:cNvSpPr txBox="1"/>
              <p:nvPr/>
            </p:nvSpPr>
            <p:spPr>
              <a:xfrm>
                <a:off x="3507706" y="2071775"/>
                <a:ext cx="197734" cy="276999"/>
              </a:xfrm>
              <a:prstGeom prst="rect">
                <a:avLst/>
              </a:prstGeom>
            </p:spPr>
            <p:style>
              <a:lnRef idx="2">
                <a:schemeClr val="accent4"/>
              </a:lnRef>
              <a:fillRef idx="1">
                <a:schemeClr val="lt1"/>
              </a:fillRef>
              <a:effectRef idx="0">
                <a:schemeClr val="accent4"/>
              </a:effectRef>
              <a:fontRef idx="minor">
                <a:schemeClr val="dk1"/>
              </a:fontRef>
            </p:style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𝒃</m:t>
                      </m:r>
                    </m:oMath>
                  </m:oMathPara>
                </a14:m>
                <a:endParaRPr lang="en-GB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A6E7B341-0409-4A53-A7EA-F99CD9CB20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7706" y="2071775"/>
                <a:ext cx="197734" cy="276999"/>
              </a:xfrm>
              <a:prstGeom prst="rect">
                <a:avLst/>
              </a:prstGeom>
              <a:blipFill>
                <a:blip r:embed="rId6"/>
                <a:stretch>
                  <a:fillRect l="-22857" r="-25714" b="-638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9D673E15-3ECC-49CB-8C08-530B9D146CDE}"/>
                  </a:ext>
                </a:extLst>
              </p:cNvPr>
              <p:cNvSpPr txBox="1"/>
              <p:nvPr/>
            </p:nvSpPr>
            <p:spPr>
              <a:xfrm>
                <a:off x="5526969" y="1007075"/>
                <a:ext cx="197734" cy="276999"/>
              </a:xfrm>
              <a:prstGeom prst="rect">
                <a:avLst/>
              </a:prstGeom>
            </p:spPr>
            <p:style>
              <a:lnRef idx="2">
                <a:schemeClr val="accent4"/>
              </a:lnRef>
              <a:fillRef idx="1">
                <a:schemeClr val="lt1"/>
              </a:fillRef>
              <a:effectRef idx="0">
                <a:schemeClr val="accent4"/>
              </a:effectRef>
              <a:fontRef idx="minor">
                <a:schemeClr val="dk1"/>
              </a:fontRef>
            </p:style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𝒄</m:t>
                      </m:r>
                    </m:oMath>
                  </m:oMathPara>
                </a14:m>
                <a:endParaRPr lang="en-GB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9D673E15-3ECC-49CB-8C08-530B9D146C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26969" y="1007075"/>
                <a:ext cx="197734" cy="276999"/>
              </a:xfrm>
              <a:prstGeom prst="rect">
                <a:avLst/>
              </a:prstGeom>
              <a:blipFill>
                <a:blip r:embed="rId7"/>
                <a:stretch>
                  <a:fillRect l="-5882" r="-882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0FBFD115-28C6-4880-BACA-9914FA96CFD8}"/>
              </a:ext>
            </a:extLst>
          </p:cNvPr>
          <p:cNvCxnSpPr>
            <a:cxnSpLocks/>
          </p:cNvCxnSpPr>
          <p:nvPr/>
        </p:nvCxnSpPr>
        <p:spPr>
          <a:xfrm>
            <a:off x="1150917" y="822815"/>
            <a:ext cx="302401" cy="2006808"/>
          </a:xfrm>
          <a:prstGeom prst="straightConnector1">
            <a:avLst/>
          </a:prstGeom>
          <a:ln w="12700">
            <a:headEnd type="triangl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8539E049-CF11-4058-B648-36082BFC6C32}"/>
              </a:ext>
            </a:extLst>
          </p:cNvPr>
          <p:cNvSpPr txBox="1"/>
          <p:nvPr/>
        </p:nvSpPr>
        <p:spPr>
          <a:xfrm rot="21011994">
            <a:off x="1179728" y="1659895"/>
            <a:ext cx="302705" cy="276999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lIns="0" tIns="0" rIns="0" bIns="0" rtlCol="0">
            <a:spAutoFit/>
          </a:bodyPr>
          <a:lstStyle/>
          <a:p>
            <a:r>
              <a:rPr lang="en-GB" b="1" i="1" dirty="0">
                <a:latin typeface="Cambria Math" panose="02040503050406030204" pitchFamily="18" charset="0"/>
                <a:ea typeface="Cambria Math" panose="02040503050406030204" pitchFamily="18" charset="0"/>
              </a:rPr>
              <a:t> z</a:t>
            </a:r>
            <a:r>
              <a:rPr lang="en-GB" b="1" i="1" baseline="-25000" dirty="0">
                <a:latin typeface="Cambria Math" panose="02040503050406030204" pitchFamily="18" charset="0"/>
                <a:ea typeface="Cambria Math" panose="02040503050406030204" pitchFamily="18" charset="0"/>
              </a:rPr>
              <a:t>s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95154F19-31B9-4962-BC5E-9108CD198BE6}"/>
              </a:ext>
            </a:extLst>
          </p:cNvPr>
          <p:cNvCxnSpPr>
            <a:cxnSpLocks/>
          </p:cNvCxnSpPr>
          <p:nvPr/>
        </p:nvCxnSpPr>
        <p:spPr>
          <a:xfrm>
            <a:off x="5976128" y="804003"/>
            <a:ext cx="200835" cy="1226707"/>
          </a:xfrm>
          <a:prstGeom prst="straightConnector1">
            <a:avLst/>
          </a:prstGeom>
          <a:ln w="12700">
            <a:headEnd type="triangl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8CF66329-485B-4020-AEF5-A25B485F700C}"/>
              </a:ext>
            </a:extLst>
          </p:cNvPr>
          <p:cNvSpPr txBox="1"/>
          <p:nvPr/>
        </p:nvSpPr>
        <p:spPr>
          <a:xfrm rot="21011994">
            <a:off x="5919832" y="1281348"/>
            <a:ext cx="294699" cy="276999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lIns="0" tIns="0" rIns="0" bIns="0" rtlCol="0">
            <a:spAutoFit/>
          </a:bodyPr>
          <a:lstStyle/>
          <a:p>
            <a:r>
              <a:rPr lang="en-GB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GB" b="1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z</a:t>
            </a:r>
            <a:r>
              <a:rPr lang="en-GB" b="1" i="1" baseline="-250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r</a:t>
            </a:r>
            <a:endParaRPr lang="en-GB" b="1" i="1" baseline="-250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9" name="Isosceles Triangle 8">
            <a:extLst>
              <a:ext uri="{FF2B5EF4-FFF2-40B4-BE49-F238E27FC236}">
                <a16:creationId xmlns:a16="http://schemas.microsoft.com/office/drawing/2014/main" id="{E6683C62-2B50-418C-8BBF-DC4D7B2F8557}"/>
              </a:ext>
            </a:extLst>
          </p:cNvPr>
          <p:cNvSpPr/>
          <p:nvPr/>
        </p:nvSpPr>
        <p:spPr>
          <a:xfrm rot="10800000">
            <a:off x="5749177" y="532071"/>
            <a:ext cx="358487" cy="342900"/>
          </a:xfrm>
          <a:prstGeom prst="triangle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EBA92B8C-6D5F-407B-82E1-546A55DCCABE}"/>
              </a:ext>
            </a:extLst>
          </p:cNvPr>
          <p:cNvCxnSpPr>
            <a:cxnSpLocks/>
          </p:cNvCxnSpPr>
          <p:nvPr/>
        </p:nvCxnSpPr>
        <p:spPr>
          <a:xfrm flipH="1">
            <a:off x="328743" y="2991744"/>
            <a:ext cx="5848219" cy="32059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81798987-C3CB-469A-B762-704B9AC9BE58}"/>
              </a:ext>
            </a:extLst>
          </p:cNvPr>
          <p:cNvSpPr/>
          <p:nvPr/>
        </p:nvSpPr>
        <p:spPr>
          <a:xfrm>
            <a:off x="1016962" y="2890838"/>
            <a:ext cx="47457" cy="132965"/>
          </a:xfrm>
          <a:custGeom>
            <a:avLst/>
            <a:gdLst>
              <a:gd name="connsiteX0" fmla="*/ 0 w 287338"/>
              <a:gd name="connsiteY0" fmla="*/ 0 h 622300"/>
              <a:gd name="connsiteX1" fmla="*/ 7938 w 287338"/>
              <a:gd name="connsiteY1" fmla="*/ 1588 h 622300"/>
              <a:gd name="connsiteX2" fmla="*/ 17463 w 287338"/>
              <a:gd name="connsiteY2" fmla="*/ 4763 h 622300"/>
              <a:gd name="connsiteX3" fmla="*/ 39688 w 287338"/>
              <a:gd name="connsiteY3" fmla="*/ 6350 h 622300"/>
              <a:gd name="connsiteX4" fmla="*/ 52388 w 287338"/>
              <a:gd name="connsiteY4" fmla="*/ 12700 h 622300"/>
              <a:gd name="connsiteX5" fmla="*/ 74613 w 287338"/>
              <a:gd name="connsiteY5" fmla="*/ 19050 h 622300"/>
              <a:gd name="connsiteX6" fmla="*/ 85725 w 287338"/>
              <a:gd name="connsiteY6" fmla="*/ 22225 h 622300"/>
              <a:gd name="connsiteX7" fmla="*/ 107950 w 287338"/>
              <a:gd name="connsiteY7" fmla="*/ 33338 h 622300"/>
              <a:gd name="connsiteX8" fmla="*/ 128588 w 287338"/>
              <a:gd name="connsiteY8" fmla="*/ 47625 h 622300"/>
              <a:gd name="connsiteX9" fmla="*/ 139700 w 287338"/>
              <a:gd name="connsiteY9" fmla="*/ 52388 h 622300"/>
              <a:gd name="connsiteX10" fmla="*/ 153988 w 287338"/>
              <a:gd name="connsiteY10" fmla="*/ 68263 h 622300"/>
              <a:gd name="connsiteX11" fmla="*/ 163513 w 287338"/>
              <a:gd name="connsiteY11" fmla="*/ 73025 h 622300"/>
              <a:gd name="connsiteX12" fmla="*/ 177800 w 287338"/>
              <a:gd name="connsiteY12" fmla="*/ 87313 h 622300"/>
              <a:gd name="connsiteX13" fmla="*/ 187325 w 287338"/>
              <a:gd name="connsiteY13" fmla="*/ 98425 h 622300"/>
              <a:gd name="connsiteX14" fmla="*/ 192088 w 287338"/>
              <a:gd name="connsiteY14" fmla="*/ 103188 h 622300"/>
              <a:gd name="connsiteX15" fmla="*/ 201613 w 287338"/>
              <a:gd name="connsiteY15" fmla="*/ 115888 h 622300"/>
              <a:gd name="connsiteX16" fmla="*/ 207963 w 287338"/>
              <a:gd name="connsiteY16" fmla="*/ 122238 h 622300"/>
              <a:gd name="connsiteX17" fmla="*/ 222250 w 287338"/>
              <a:gd name="connsiteY17" fmla="*/ 144463 h 622300"/>
              <a:gd name="connsiteX18" fmla="*/ 231775 w 287338"/>
              <a:gd name="connsiteY18" fmla="*/ 158750 h 622300"/>
              <a:gd name="connsiteX19" fmla="*/ 236538 w 287338"/>
              <a:gd name="connsiteY19" fmla="*/ 169863 h 622300"/>
              <a:gd name="connsiteX20" fmla="*/ 241300 w 287338"/>
              <a:gd name="connsiteY20" fmla="*/ 176213 h 622300"/>
              <a:gd name="connsiteX21" fmla="*/ 246063 w 287338"/>
              <a:gd name="connsiteY21" fmla="*/ 185738 h 622300"/>
              <a:gd name="connsiteX22" fmla="*/ 252413 w 287338"/>
              <a:gd name="connsiteY22" fmla="*/ 196850 h 622300"/>
              <a:gd name="connsiteX23" fmla="*/ 254000 w 287338"/>
              <a:gd name="connsiteY23" fmla="*/ 204788 h 622300"/>
              <a:gd name="connsiteX24" fmla="*/ 255588 w 287338"/>
              <a:gd name="connsiteY24" fmla="*/ 214313 h 622300"/>
              <a:gd name="connsiteX25" fmla="*/ 263525 w 287338"/>
              <a:gd name="connsiteY25" fmla="*/ 220663 h 622300"/>
              <a:gd name="connsiteX26" fmla="*/ 265113 w 287338"/>
              <a:gd name="connsiteY26" fmla="*/ 225425 h 622300"/>
              <a:gd name="connsiteX27" fmla="*/ 269875 w 287338"/>
              <a:gd name="connsiteY27" fmla="*/ 233363 h 622300"/>
              <a:gd name="connsiteX28" fmla="*/ 273050 w 287338"/>
              <a:gd name="connsiteY28" fmla="*/ 239713 h 622300"/>
              <a:gd name="connsiteX29" fmla="*/ 274638 w 287338"/>
              <a:gd name="connsiteY29" fmla="*/ 252413 h 622300"/>
              <a:gd name="connsiteX30" fmla="*/ 277813 w 287338"/>
              <a:gd name="connsiteY30" fmla="*/ 276225 h 622300"/>
              <a:gd name="connsiteX31" fmla="*/ 282575 w 287338"/>
              <a:gd name="connsiteY31" fmla="*/ 293688 h 622300"/>
              <a:gd name="connsiteX32" fmla="*/ 287338 w 287338"/>
              <a:gd name="connsiteY32" fmla="*/ 366713 h 622300"/>
              <a:gd name="connsiteX33" fmla="*/ 285750 w 287338"/>
              <a:gd name="connsiteY33" fmla="*/ 442913 h 622300"/>
              <a:gd name="connsiteX34" fmla="*/ 279400 w 287338"/>
              <a:gd name="connsiteY34" fmla="*/ 460375 h 622300"/>
              <a:gd name="connsiteX35" fmla="*/ 276225 w 287338"/>
              <a:gd name="connsiteY35" fmla="*/ 473075 h 622300"/>
              <a:gd name="connsiteX36" fmla="*/ 271463 w 287338"/>
              <a:gd name="connsiteY36" fmla="*/ 481013 h 622300"/>
              <a:gd name="connsiteX37" fmla="*/ 268288 w 287338"/>
              <a:gd name="connsiteY37" fmla="*/ 487363 h 622300"/>
              <a:gd name="connsiteX38" fmla="*/ 265113 w 287338"/>
              <a:gd name="connsiteY38" fmla="*/ 496888 h 622300"/>
              <a:gd name="connsiteX39" fmla="*/ 258763 w 287338"/>
              <a:gd name="connsiteY39" fmla="*/ 501650 h 622300"/>
              <a:gd name="connsiteX40" fmla="*/ 250825 w 287338"/>
              <a:gd name="connsiteY40" fmla="*/ 512763 h 622300"/>
              <a:gd name="connsiteX41" fmla="*/ 241300 w 287338"/>
              <a:gd name="connsiteY41" fmla="*/ 525463 h 622300"/>
              <a:gd name="connsiteX42" fmla="*/ 234950 w 287338"/>
              <a:gd name="connsiteY42" fmla="*/ 528638 h 622300"/>
              <a:gd name="connsiteX43" fmla="*/ 220663 w 287338"/>
              <a:gd name="connsiteY43" fmla="*/ 542925 h 622300"/>
              <a:gd name="connsiteX44" fmla="*/ 215900 w 287338"/>
              <a:gd name="connsiteY44" fmla="*/ 547688 h 622300"/>
              <a:gd name="connsiteX45" fmla="*/ 209550 w 287338"/>
              <a:gd name="connsiteY45" fmla="*/ 550863 h 622300"/>
              <a:gd name="connsiteX46" fmla="*/ 192088 w 287338"/>
              <a:gd name="connsiteY46" fmla="*/ 565150 h 622300"/>
              <a:gd name="connsiteX47" fmla="*/ 182563 w 287338"/>
              <a:gd name="connsiteY47" fmla="*/ 569913 h 622300"/>
              <a:gd name="connsiteX48" fmla="*/ 171450 w 287338"/>
              <a:gd name="connsiteY48" fmla="*/ 579438 h 622300"/>
              <a:gd name="connsiteX49" fmla="*/ 161925 w 287338"/>
              <a:gd name="connsiteY49" fmla="*/ 584200 h 622300"/>
              <a:gd name="connsiteX50" fmla="*/ 141288 w 287338"/>
              <a:gd name="connsiteY50" fmla="*/ 598488 h 622300"/>
              <a:gd name="connsiteX51" fmla="*/ 133350 w 287338"/>
              <a:gd name="connsiteY51" fmla="*/ 603250 h 622300"/>
              <a:gd name="connsiteX52" fmla="*/ 127000 w 287338"/>
              <a:gd name="connsiteY52" fmla="*/ 609600 h 622300"/>
              <a:gd name="connsiteX53" fmla="*/ 109538 w 287338"/>
              <a:gd name="connsiteY53" fmla="*/ 617538 h 622300"/>
              <a:gd name="connsiteX54" fmla="*/ 100013 w 287338"/>
              <a:gd name="connsiteY54" fmla="*/ 622300 h 622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</a:cxnLst>
            <a:rect l="l" t="t" r="r" b="b"/>
            <a:pathLst>
              <a:path w="287338" h="622300">
                <a:moveTo>
                  <a:pt x="0" y="0"/>
                </a:moveTo>
                <a:cubicBezTo>
                  <a:pt x="2646" y="529"/>
                  <a:pt x="5335" y="878"/>
                  <a:pt x="7938" y="1588"/>
                </a:cubicBezTo>
                <a:cubicBezTo>
                  <a:pt x="11167" y="2469"/>
                  <a:pt x="14153" y="4267"/>
                  <a:pt x="17463" y="4763"/>
                </a:cubicBezTo>
                <a:cubicBezTo>
                  <a:pt x="24808" y="5865"/>
                  <a:pt x="32280" y="5821"/>
                  <a:pt x="39688" y="6350"/>
                </a:cubicBezTo>
                <a:cubicBezTo>
                  <a:pt x="43921" y="8467"/>
                  <a:pt x="48012" y="10898"/>
                  <a:pt x="52388" y="12700"/>
                </a:cubicBezTo>
                <a:cubicBezTo>
                  <a:pt x="68472" y="19323"/>
                  <a:pt x="62163" y="15938"/>
                  <a:pt x="74613" y="19050"/>
                </a:cubicBezTo>
                <a:cubicBezTo>
                  <a:pt x="78350" y="19984"/>
                  <a:pt x="82021" y="21167"/>
                  <a:pt x="85725" y="22225"/>
                </a:cubicBezTo>
                <a:cubicBezTo>
                  <a:pt x="103348" y="36912"/>
                  <a:pt x="86230" y="24985"/>
                  <a:pt x="107950" y="33338"/>
                </a:cubicBezTo>
                <a:cubicBezTo>
                  <a:pt x="114114" y="35709"/>
                  <a:pt x="124243" y="45018"/>
                  <a:pt x="128588" y="47625"/>
                </a:cubicBezTo>
                <a:cubicBezTo>
                  <a:pt x="132044" y="49698"/>
                  <a:pt x="135996" y="50800"/>
                  <a:pt x="139700" y="52388"/>
                </a:cubicBezTo>
                <a:cubicBezTo>
                  <a:pt x="143505" y="57144"/>
                  <a:pt x="149047" y="64669"/>
                  <a:pt x="153988" y="68263"/>
                </a:cubicBezTo>
                <a:cubicBezTo>
                  <a:pt x="156859" y="70351"/>
                  <a:pt x="160338" y="71438"/>
                  <a:pt x="163513" y="73025"/>
                </a:cubicBezTo>
                <a:cubicBezTo>
                  <a:pt x="180442" y="94187"/>
                  <a:pt x="158756" y="68269"/>
                  <a:pt x="177800" y="87313"/>
                </a:cubicBezTo>
                <a:cubicBezTo>
                  <a:pt x="181250" y="90763"/>
                  <a:pt x="184061" y="94799"/>
                  <a:pt x="187325" y="98425"/>
                </a:cubicBezTo>
                <a:cubicBezTo>
                  <a:pt x="188827" y="100094"/>
                  <a:pt x="190666" y="101450"/>
                  <a:pt x="192088" y="103188"/>
                </a:cubicBezTo>
                <a:cubicBezTo>
                  <a:pt x="195439" y="107284"/>
                  <a:pt x="198225" y="111823"/>
                  <a:pt x="201613" y="115888"/>
                </a:cubicBezTo>
                <a:cubicBezTo>
                  <a:pt x="203529" y="118188"/>
                  <a:pt x="206210" y="119811"/>
                  <a:pt x="207963" y="122238"/>
                </a:cubicBezTo>
                <a:cubicBezTo>
                  <a:pt x="213119" y="129378"/>
                  <a:pt x="217439" y="137086"/>
                  <a:pt x="222250" y="144463"/>
                </a:cubicBezTo>
                <a:cubicBezTo>
                  <a:pt x="225377" y="149257"/>
                  <a:pt x="229520" y="153489"/>
                  <a:pt x="231775" y="158750"/>
                </a:cubicBezTo>
                <a:cubicBezTo>
                  <a:pt x="233363" y="162454"/>
                  <a:pt x="234608" y="166325"/>
                  <a:pt x="236538" y="169863"/>
                </a:cubicBezTo>
                <a:cubicBezTo>
                  <a:pt x="237805" y="172186"/>
                  <a:pt x="239939" y="173944"/>
                  <a:pt x="241300" y="176213"/>
                </a:cubicBezTo>
                <a:cubicBezTo>
                  <a:pt x="243126" y="179257"/>
                  <a:pt x="244380" y="182613"/>
                  <a:pt x="246063" y="185738"/>
                </a:cubicBezTo>
                <a:cubicBezTo>
                  <a:pt x="248086" y="189494"/>
                  <a:pt x="250296" y="193146"/>
                  <a:pt x="252413" y="196850"/>
                </a:cubicBezTo>
                <a:cubicBezTo>
                  <a:pt x="252942" y="199496"/>
                  <a:pt x="253517" y="202133"/>
                  <a:pt x="254000" y="204788"/>
                </a:cubicBezTo>
                <a:cubicBezTo>
                  <a:pt x="254576" y="207955"/>
                  <a:pt x="253932" y="211553"/>
                  <a:pt x="255588" y="214313"/>
                </a:cubicBezTo>
                <a:cubicBezTo>
                  <a:pt x="257331" y="217218"/>
                  <a:pt x="260879" y="218546"/>
                  <a:pt x="263525" y="220663"/>
                </a:cubicBezTo>
                <a:cubicBezTo>
                  <a:pt x="264054" y="222250"/>
                  <a:pt x="264365" y="223928"/>
                  <a:pt x="265113" y="225425"/>
                </a:cubicBezTo>
                <a:cubicBezTo>
                  <a:pt x="266493" y="228185"/>
                  <a:pt x="268377" y="230666"/>
                  <a:pt x="269875" y="233363"/>
                </a:cubicBezTo>
                <a:cubicBezTo>
                  <a:pt x="271024" y="235432"/>
                  <a:pt x="271992" y="237596"/>
                  <a:pt x="273050" y="239713"/>
                </a:cubicBezTo>
                <a:cubicBezTo>
                  <a:pt x="273579" y="243946"/>
                  <a:pt x="274140" y="248176"/>
                  <a:pt x="274638" y="252413"/>
                </a:cubicBezTo>
                <a:cubicBezTo>
                  <a:pt x="275851" y="262720"/>
                  <a:pt x="275927" y="266796"/>
                  <a:pt x="277813" y="276225"/>
                </a:cubicBezTo>
                <a:cubicBezTo>
                  <a:pt x="278655" y="280437"/>
                  <a:pt x="281765" y="290853"/>
                  <a:pt x="282575" y="293688"/>
                </a:cubicBezTo>
                <a:cubicBezTo>
                  <a:pt x="286494" y="346591"/>
                  <a:pt x="284997" y="322243"/>
                  <a:pt x="287338" y="366713"/>
                </a:cubicBezTo>
                <a:cubicBezTo>
                  <a:pt x="286809" y="392113"/>
                  <a:pt x="286708" y="417526"/>
                  <a:pt x="285750" y="442913"/>
                </a:cubicBezTo>
                <a:cubicBezTo>
                  <a:pt x="285444" y="451018"/>
                  <a:pt x="282768" y="452796"/>
                  <a:pt x="279400" y="460375"/>
                </a:cubicBezTo>
                <a:cubicBezTo>
                  <a:pt x="272413" y="476096"/>
                  <a:pt x="285472" y="449957"/>
                  <a:pt x="276225" y="473075"/>
                </a:cubicBezTo>
                <a:cubicBezTo>
                  <a:pt x="275079" y="475940"/>
                  <a:pt x="272961" y="478316"/>
                  <a:pt x="271463" y="481013"/>
                </a:cubicBezTo>
                <a:cubicBezTo>
                  <a:pt x="270314" y="483082"/>
                  <a:pt x="269167" y="485166"/>
                  <a:pt x="268288" y="487363"/>
                </a:cubicBezTo>
                <a:cubicBezTo>
                  <a:pt x="267045" y="490470"/>
                  <a:pt x="267790" y="494880"/>
                  <a:pt x="265113" y="496888"/>
                </a:cubicBezTo>
                <a:lnTo>
                  <a:pt x="258763" y="501650"/>
                </a:lnTo>
                <a:cubicBezTo>
                  <a:pt x="250509" y="522287"/>
                  <a:pt x="260886" y="500691"/>
                  <a:pt x="250825" y="512763"/>
                </a:cubicBezTo>
                <a:cubicBezTo>
                  <a:pt x="241809" y="523581"/>
                  <a:pt x="255018" y="515175"/>
                  <a:pt x="241300" y="525463"/>
                </a:cubicBezTo>
                <a:cubicBezTo>
                  <a:pt x="239407" y="526883"/>
                  <a:pt x="236757" y="527109"/>
                  <a:pt x="234950" y="528638"/>
                </a:cubicBezTo>
                <a:cubicBezTo>
                  <a:pt x="229809" y="532988"/>
                  <a:pt x="225425" y="538163"/>
                  <a:pt x="220663" y="542925"/>
                </a:cubicBezTo>
                <a:cubicBezTo>
                  <a:pt x="219075" y="544513"/>
                  <a:pt x="217908" y="546684"/>
                  <a:pt x="215900" y="547688"/>
                </a:cubicBezTo>
                <a:cubicBezTo>
                  <a:pt x="213783" y="548746"/>
                  <a:pt x="211464" y="549471"/>
                  <a:pt x="209550" y="550863"/>
                </a:cubicBezTo>
                <a:cubicBezTo>
                  <a:pt x="205308" y="553948"/>
                  <a:pt x="197526" y="561887"/>
                  <a:pt x="192088" y="565150"/>
                </a:cubicBezTo>
                <a:cubicBezTo>
                  <a:pt x="189044" y="566976"/>
                  <a:pt x="185471" y="567877"/>
                  <a:pt x="182563" y="569913"/>
                </a:cubicBezTo>
                <a:cubicBezTo>
                  <a:pt x="167632" y="580365"/>
                  <a:pt x="183314" y="572848"/>
                  <a:pt x="171450" y="579438"/>
                </a:cubicBezTo>
                <a:cubicBezTo>
                  <a:pt x="168347" y="581162"/>
                  <a:pt x="164926" y="582304"/>
                  <a:pt x="161925" y="584200"/>
                </a:cubicBezTo>
                <a:cubicBezTo>
                  <a:pt x="154851" y="588668"/>
                  <a:pt x="148463" y="594184"/>
                  <a:pt x="141288" y="598488"/>
                </a:cubicBezTo>
                <a:cubicBezTo>
                  <a:pt x="138642" y="600075"/>
                  <a:pt x="135786" y="601356"/>
                  <a:pt x="133350" y="603250"/>
                </a:cubicBezTo>
                <a:cubicBezTo>
                  <a:pt x="130987" y="605088"/>
                  <a:pt x="129491" y="607940"/>
                  <a:pt x="127000" y="609600"/>
                </a:cubicBezTo>
                <a:cubicBezTo>
                  <a:pt x="110380" y="620680"/>
                  <a:pt x="119647" y="613045"/>
                  <a:pt x="109538" y="617538"/>
                </a:cubicBezTo>
                <a:cubicBezTo>
                  <a:pt x="106294" y="618980"/>
                  <a:pt x="100013" y="622300"/>
                  <a:pt x="100013" y="622300"/>
                </a:cubicBezTo>
              </a:path>
            </a:pathLst>
          </a:custGeom>
          <a:ln w="12700">
            <a:solidFill>
              <a:srgbClr val="00B050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60D1BFA1-F1F3-43BC-ADCE-73301E270C45}"/>
              </a:ext>
            </a:extLst>
          </p:cNvPr>
          <p:cNvSpPr/>
          <p:nvPr/>
        </p:nvSpPr>
        <p:spPr>
          <a:xfrm flipH="1">
            <a:off x="4391805" y="2069346"/>
            <a:ext cx="67210" cy="244935"/>
          </a:xfrm>
          <a:custGeom>
            <a:avLst/>
            <a:gdLst>
              <a:gd name="connsiteX0" fmla="*/ 0 w 287338"/>
              <a:gd name="connsiteY0" fmla="*/ 0 h 622300"/>
              <a:gd name="connsiteX1" fmla="*/ 7938 w 287338"/>
              <a:gd name="connsiteY1" fmla="*/ 1588 h 622300"/>
              <a:gd name="connsiteX2" fmla="*/ 17463 w 287338"/>
              <a:gd name="connsiteY2" fmla="*/ 4763 h 622300"/>
              <a:gd name="connsiteX3" fmla="*/ 39688 w 287338"/>
              <a:gd name="connsiteY3" fmla="*/ 6350 h 622300"/>
              <a:gd name="connsiteX4" fmla="*/ 52388 w 287338"/>
              <a:gd name="connsiteY4" fmla="*/ 12700 h 622300"/>
              <a:gd name="connsiteX5" fmla="*/ 74613 w 287338"/>
              <a:gd name="connsiteY5" fmla="*/ 19050 h 622300"/>
              <a:gd name="connsiteX6" fmla="*/ 85725 w 287338"/>
              <a:gd name="connsiteY6" fmla="*/ 22225 h 622300"/>
              <a:gd name="connsiteX7" fmla="*/ 107950 w 287338"/>
              <a:gd name="connsiteY7" fmla="*/ 33338 h 622300"/>
              <a:gd name="connsiteX8" fmla="*/ 128588 w 287338"/>
              <a:gd name="connsiteY8" fmla="*/ 47625 h 622300"/>
              <a:gd name="connsiteX9" fmla="*/ 139700 w 287338"/>
              <a:gd name="connsiteY9" fmla="*/ 52388 h 622300"/>
              <a:gd name="connsiteX10" fmla="*/ 153988 w 287338"/>
              <a:gd name="connsiteY10" fmla="*/ 68263 h 622300"/>
              <a:gd name="connsiteX11" fmla="*/ 163513 w 287338"/>
              <a:gd name="connsiteY11" fmla="*/ 73025 h 622300"/>
              <a:gd name="connsiteX12" fmla="*/ 177800 w 287338"/>
              <a:gd name="connsiteY12" fmla="*/ 87313 h 622300"/>
              <a:gd name="connsiteX13" fmla="*/ 187325 w 287338"/>
              <a:gd name="connsiteY13" fmla="*/ 98425 h 622300"/>
              <a:gd name="connsiteX14" fmla="*/ 192088 w 287338"/>
              <a:gd name="connsiteY14" fmla="*/ 103188 h 622300"/>
              <a:gd name="connsiteX15" fmla="*/ 201613 w 287338"/>
              <a:gd name="connsiteY15" fmla="*/ 115888 h 622300"/>
              <a:gd name="connsiteX16" fmla="*/ 207963 w 287338"/>
              <a:gd name="connsiteY16" fmla="*/ 122238 h 622300"/>
              <a:gd name="connsiteX17" fmla="*/ 222250 w 287338"/>
              <a:gd name="connsiteY17" fmla="*/ 144463 h 622300"/>
              <a:gd name="connsiteX18" fmla="*/ 231775 w 287338"/>
              <a:gd name="connsiteY18" fmla="*/ 158750 h 622300"/>
              <a:gd name="connsiteX19" fmla="*/ 236538 w 287338"/>
              <a:gd name="connsiteY19" fmla="*/ 169863 h 622300"/>
              <a:gd name="connsiteX20" fmla="*/ 241300 w 287338"/>
              <a:gd name="connsiteY20" fmla="*/ 176213 h 622300"/>
              <a:gd name="connsiteX21" fmla="*/ 246063 w 287338"/>
              <a:gd name="connsiteY21" fmla="*/ 185738 h 622300"/>
              <a:gd name="connsiteX22" fmla="*/ 252413 w 287338"/>
              <a:gd name="connsiteY22" fmla="*/ 196850 h 622300"/>
              <a:gd name="connsiteX23" fmla="*/ 254000 w 287338"/>
              <a:gd name="connsiteY23" fmla="*/ 204788 h 622300"/>
              <a:gd name="connsiteX24" fmla="*/ 255588 w 287338"/>
              <a:gd name="connsiteY24" fmla="*/ 214313 h 622300"/>
              <a:gd name="connsiteX25" fmla="*/ 263525 w 287338"/>
              <a:gd name="connsiteY25" fmla="*/ 220663 h 622300"/>
              <a:gd name="connsiteX26" fmla="*/ 265113 w 287338"/>
              <a:gd name="connsiteY26" fmla="*/ 225425 h 622300"/>
              <a:gd name="connsiteX27" fmla="*/ 269875 w 287338"/>
              <a:gd name="connsiteY27" fmla="*/ 233363 h 622300"/>
              <a:gd name="connsiteX28" fmla="*/ 273050 w 287338"/>
              <a:gd name="connsiteY28" fmla="*/ 239713 h 622300"/>
              <a:gd name="connsiteX29" fmla="*/ 274638 w 287338"/>
              <a:gd name="connsiteY29" fmla="*/ 252413 h 622300"/>
              <a:gd name="connsiteX30" fmla="*/ 277813 w 287338"/>
              <a:gd name="connsiteY30" fmla="*/ 276225 h 622300"/>
              <a:gd name="connsiteX31" fmla="*/ 282575 w 287338"/>
              <a:gd name="connsiteY31" fmla="*/ 293688 h 622300"/>
              <a:gd name="connsiteX32" fmla="*/ 287338 w 287338"/>
              <a:gd name="connsiteY32" fmla="*/ 366713 h 622300"/>
              <a:gd name="connsiteX33" fmla="*/ 285750 w 287338"/>
              <a:gd name="connsiteY33" fmla="*/ 442913 h 622300"/>
              <a:gd name="connsiteX34" fmla="*/ 279400 w 287338"/>
              <a:gd name="connsiteY34" fmla="*/ 460375 h 622300"/>
              <a:gd name="connsiteX35" fmla="*/ 276225 w 287338"/>
              <a:gd name="connsiteY35" fmla="*/ 473075 h 622300"/>
              <a:gd name="connsiteX36" fmla="*/ 271463 w 287338"/>
              <a:gd name="connsiteY36" fmla="*/ 481013 h 622300"/>
              <a:gd name="connsiteX37" fmla="*/ 268288 w 287338"/>
              <a:gd name="connsiteY37" fmla="*/ 487363 h 622300"/>
              <a:gd name="connsiteX38" fmla="*/ 265113 w 287338"/>
              <a:gd name="connsiteY38" fmla="*/ 496888 h 622300"/>
              <a:gd name="connsiteX39" fmla="*/ 258763 w 287338"/>
              <a:gd name="connsiteY39" fmla="*/ 501650 h 622300"/>
              <a:gd name="connsiteX40" fmla="*/ 250825 w 287338"/>
              <a:gd name="connsiteY40" fmla="*/ 512763 h 622300"/>
              <a:gd name="connsiteX41" fmla="*/ 241300 w 287338"/>
              <a:gd name="connsiteY41" fmla="*/ 525463 h 622300"/>
              <a:gd name="connsiteX42" fmla="*/ 234950 w 287338"/>
              <a:gd name="connsiteY42" fmla="*/ 528638 h 622300"/>
              <a:gd name="connsiteX43" fmla="*/ 220663 w 287338"/>
              <a:gd name="connsiteY43" fmla="*/ 542925 h 622300"/>
              <a:gd name="connsiteX44" fmla="*/ 215900 w 287338"/>
              <a:gd name="connsiteY44" fmla="*/ 547688 h 622300"/>
              <a:gd name="connsiteX45" fmla="*/ 209550 w 287338"/>
              <a:gd name="connsiteY45" fmla="*/ 550863 h 622300"/>
              <a:gd name="connsiteX46" fmla="*/ 192088 w 287338"/>
              <a:gd name="connsiteY46" fmla="*/ 565150 h 622300"/>
              <a:gd name="connsiteX47" fmla="*/ 182563 w 287338"/>
              <a:gd name="connsiteY47" fmla="*/ 569913 h 622300"/>
              <a:gd name="connsiteX48" fmla="*/ 171450 w 287338"/>
              <a:gd name="connsiteY48" fmla="*/ 579438 h 622300"/>
              <a:gd name="connsiteX49" fmla="*/ 161925 w 287338"/>
              <a:gd name="connsiteY49" fmla="*/ 584200 h 622300"/>
              <a:gd name="connsiteX50" fmla="*/ 141288 w 287338"/>
              <a:gd name="connsiteY50" fmla="*/ 598488 h 622300"/>
              <a:gd name="connsiteX51" fmla="*/ 133350 w 287338"/>
              <a:gd name="connsiteY51" fmla="*/ 603250 h 622300"/>
              <a:gd name="connsiteX52" fmla="*/ 127000 w 287338"/>
              <a:gd name="connsiteY52" fmla="*/ 609600 h 622300"/>
              <a:gd name="connsiteX53" fmla="*/ 109538 w 287338"/>
              <a:gd name="connsiteY53" fmla="*/ 617538 h 622300"/>
              <a:gd name="connsiteX54" fmla="*/ 100013 w 287338"/>
              <a:gd name="connsiteY54" fmla="*/ 622300 h 622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</a:cxnLst>
            <a:rect l="l" t="t" r="r" b="b"/>
            <a:pathLst>
              <a:path w="287338" h="622300">
                <a:moveTo>
                  <a:pt x="0" y="0"/>
                </a:moveTo>
                <a:cubicBezTo>
                  <a:pt x="2646" y="529"/>
                  <a:pt x="5335" y="878"/>
                  <a:pt x="7938" y="1588"/>
                </a:cubicBezTo>
                <a:cubicBezTo>
                  <a:pt x="11167" y="2469"/>
                  <a:pt x="14153" y="4267"/>
                  <a:pt x="17463" y="4763"/>
                </a:cubicBezTo>
                <a:cubicBezTo>
                  <a:pt x="24808" y="5865"/>
                  <a:pt x="32280" y="5821"/>
                  <a:pt x="39688" y="6350"/>
                </a:cubicBezTo>
                <a:cubicBezTo>
                  <a:pt x="43921" y="8467"/>
                  <a:pt x="48012" y="10898"/>
                  <a:pt x="52388" y="12700"/>
                </a:cubicBezTo>
                <a:cubicBezTo>
                  <a:pt x="68472" y="19323"/>
                  <a:pt x="62163" y="15938"/>
                  <a:pt x="74613" y="19050"/>
                </a:cubicBezTo>
                <a:cubicBezTo>
                  <a:pt x="78350" y="19984"/>
                  <a:pt x="82021" y="21167"/>
                  <a:pt x="85725" y="22225"/>
                </a:cubicBezTo>
                <a:cubicBezTo>
                  <a:pt x="103348" y="36912"/>
                  <a:pt x="86230" y="24985"/>
                  <a:pt x="107950" y="33338"/>
                </a:cubicBezTo>
                <a:cubicBezTo>
                  <a:pt x="114114" y="35709"/>
                  <a:pt x="124243" y="45018"/>
                  <a:pt x="128588" y="47625"/>
                </a:cubicBezTo>
                <a:cubicBezTo>
                  <a:pt x="132044" y="49698"/>
                  <a:pt x="135996" y="50800"/>
                  <a:pt x="139700" y="52388"/>
                </a:cubicBezTo>
                <a:cubicBezTo>
                  <a:pt x="143505" y="57144"/>
                  <a:pt x="149047" y="64669"/>
                  <a:pt x="153988" y="68263"/>
                </a:cubicBezTo>
                <a:cubicBezTo>
                  <a:pt x="156859" y="70351"/>
                  <a:pt x="160338" y="71438"/>
                  <a:pt x="163513" y="73025"/>
                </a:cubicBezTo>
                <a:cubicBezTo>
                  <a:pt x="180442" y="94187"/>
                  <a:pt x="158756" y="68269"/>
                  <a:pt x="177800" y="87313"/>
                </a:cubicBezTo>
                <a:cubicBezTo>
                  <a:pt x="181250" y="90763"/>
                  <a:pt x="184061" y="94799"/>
                  <a:pt x="187325" y="98425"/>
                </a:cubicBezTo>
                <a:cubicBezTo>
                  <a:pt x="188827" y="100094"/>
                  <a:pt x="190666" y="101450"/>
                  <a:pt x="192088" y="103188"/>
                </a:cubicBezTo>
                <a:cubicBezTo>
                  <a:pt x="195439" y="107284"/>
                  <a:pt x="198225" y="111823"/>
                  <a:pt x="201613" y="115888"/>
                </a:cubicBezTo>
                <a:cubicBezTo>
                  <a:pt x="203529" y="118188"/>
                  <a:pt x="206210" y="119811"/>
                  <a:pt x="207963" y="122238"/>
                </a:cubicBezTo>
                <a:cubicBezTo>
                  <a:pt x="213119" y="129378"/>
                  <a:pt x="217439" y="137086"/>
                  <a:pt x="222250" y="144463"/>
                </a:cubicBezTo>
                <a:cubicBezTo>
                  <a:pt x="225377" y="149257"/>
                  <a:pt x="229520" y="153489"/>
                  <a:pt x="231775" y="158750"/>
                </a:cubicBezTo>
                <a:cubicBezTo>
                  <a:pt x="233363" y="162454"/>
                  <a:pt x="234608" y="166325"/>
                  <a:pt x="236538" y="169863"/>
                </a:cubicBezTo>
                <a:cubicBezTo>
                  <a:pt x="237805" y="172186"/>
                  <a:pt x="239939" y="173944"/>
                  <a:pt x="241300" y="176213"/>
                </a:cubicBezTo>
                <a:cubicBezTo>
                  <a:pt x="243126" y="179257"/>
                  <a:pt x="244380" y="182613"/>
                  <a:pt x="246063" y="185738"/>
                </a:cubicBezTo>
                <a:cubicBezTo>
                  <a:pt x="248086" y="189494"/>
                  <a:pt x="250296" y="193146"/>
                  <a:pt x="252413" y="196850"/>
                </a:cubicBezTo>
                <a:cubicBezTo>
                  <a:pt x="252942" y="199496"/>
                  <a:pt x="253517" y="202133"/>
                  <a:pt x="254000" y="204788"/>
                </a:cubicBezTo>
                <a:cubicBezTo>
                  <a:pt x="254576" y="207955"/>
                  <a:pt x="253932" y="211553"/>
                  <a:pt x="255588" y="214313"/>
                </a:cubicBezTo>
                <a:cubicBezTo>
                  <a:pt x="257331" y="217218"/>
                  <a:pt x="260879" y="218546"/>
                  <a:pt x="263525" y="220663"/>
                </a:cubicBezTo>
                <a:cubicBezTo>
                  <a:pt x="264054" y="222250"/>
                  <a:pt x="264365" y="223928"/>
                  <a:pt x="265113" y="225425"/>
                </a:cubicBezTo>
                <a:cubicBezTo>
                  <a:pt x="266493" y="228185"/>
                  <a:pt x="268377" y="230666"/>
                  <a:pt x="269875" y="233363"/>
                </a:cubicBezTo>
                <a:cubicBezTo>
                  <a:pt x="271024" y="235432"/>
                  <a:pt x="271992" y="237596"/>
                  <a:pt x="273050" y="239713"/>
                </a:cubicBezTo>
                <a:cubicBezTo>
                  <a:pt x="273579" y="243946"/>
                  <a:pt x="274140" y="248176"/>
                  <a:pt x="274638" y="252413"/>
                </a:cubicBezTo>
                <a:cubicBezTo>
                  <a:pt x="275851" y="262720"/>
                  <a:pt x="275927" y="266796"/>
                  <a:pt x="277813" y="276225"/>
                </a:cubicBezTo>
                <a:cubicBezTo>
                  <a:pt x="278655" y="280437"/>
                  <a:pt x="281765" y="290853"/>
                  <a:pt x="282575" y="293688"/>
                </a:cubicBezTo>
                <a:cubicBezTo>
                  <a:pt x="286494" y="346591"/>
                  <a:pt x="284997" y="322243"/>
                  <a:pt x="287338" y="366713"/>
                </a:cubicBezTo>
                <a:cubicBezTo>
                  <a:pt x="286809" y="392113"/>
                  <a:pt x="286708" y="417526"/>
                  <a:pt x="285750" y="442913"/>
                </a:cubicBezTo>
                <a:cubicBezTo>
                  <a:pt x="285444" y="451018"/>
                  <a:pt x="282768" y="452796"/>
                  <a:pt x="279400" y="460375"/>
                </a:cubicBezTo>
                <a:cubicBezTo>
                  <a:pt x="272413" y="476096"/>
                  <a:pt x="285472" y="449957"/>
                  <a:pt x="276225" y="473075"/>
                </a:cubicBezTo>
                <a:cubicBezTo>
                  <a:pt x="275079" y="475940"/>
                  <a:pt x="272961" y="478316"/>
                  <a:pt x="271463" y="481013"/>
                </a:cubicBezTo>
                <a:cubicBezTo>
                  <a:pt x="270314" y="483082"/>
                  <a:pt x="269167" y="485166"/>
                  <a:pt x="268288" y="487363"/>
                </a:cubicBezTo>
                <a:cubicBezTo>
                  <a:pt x="267045" y="490470"/>
                  <a:pt x="267790" y="494880"/>
                  <a:pt x="265113" y="496888"/>
                </a:cubicBezTo>
                <a:lnTo>
                  <a:pt x="258763" y="501650"/>
                </a:lnTo>
                <a:cubicBezTo>
                  <a:pt x="250509" y="522287"/>
                  <a:pt x="260886" y="500691"/>
                  <a:pt x="250825" y="512763"/>
                </a:cubicBezTo>
                <a:cubicBezTo>
                  <a:pt x="241809" y="523581"/>
                  <a:pt x="255018" y="515175"/>
                  <a:pt x="241300" y="525463"/>
                </a:cubicBezTo>
                <a:cubicBezTo>
                  <a:pt x="239407" y="526883"/>
                  <a:pt x="236757" y="527109"/>
                  <a:pt x="234950" y="528638"/>
                </a:cubicBezTo>
                <a:cubicBezTo>
                  <a:pt x="229809" y="532988"/>
                  <a:pt x="225425" y="538163"/>
                  <a:pt x="220663" y="542925"/>
                </a:cubicBezTo>
                <a:cubicBezTo>
                  <a:pt x="219075" y="544513"/>
                  <a:pt x="217908" y="546684"/>
                  <a:pt x="215900" y="547688"/>
                </a:cubicBezTo>
                <a:cubicBezTo>
                  <a:pt x="213783" y="548746"/>
                  <a:pt x="211464" y="549471"/>
                  <a:pt x="209550" y="550863"/>
                </a:cubicBezTo>
                <a:cubicBezTo>
                  <a:pt x="205308" y="553948"/>
                  <a:pt x="197526" y="561887"/>
                  <a:pt x="192088" y="565150"/>
                </a:cubicBezTo>
                <a:cubicBezTo>
                  <a:pt x="189044" y="566976"/>
                  <a:pt x="185471" y="567877"/>
                  <a:pt x="182563" y="569913"/>
                </a:cubicBezTo>
                <a:cubicBezTo>
                  <a:pt x="167632" y="580365"/>
                  <a:pt x="183314" y="572848"/>
                  <a:pt x="171450" y="579438"/>
                </a:cubicBezTo>
                <a:cubicBezTo>
                  <a:pt x="168347" y="581162"/>
                  <a:pt x="164926" y="582304"/>
                  <a:pt x="161925" y="584200"/>
                </a:cubicBezTo>
                <a:cubicBezTo>
                  <a:pt x="154851" y="588668"/>
                  <a:pt x="148463" y="594184"/>
                  <a:pt x="141288" y="598488"/>
                </a:cubicBezTo>
                <a:cubicBezTo>
                  <a:pt x="138642" y="600075"/>
                  <a:pt x="135786" y="601356"/>
                  <a:pt x="133350" y="603250"/>
                </a:cubicBezTo>
                <a:cubicBezTo>
                  <a:pt x="130987" y="605088"/>
                  <a:pt x="129491" y="607940"/>
                  <a:pt x="127000" y="609600"/>
                </a:cubicBezTo>
                <a:cubicBezTo>
                  <a:pt x="110380" y="620680"/>
                  <a:pt x="119647" y="613045"/>
                  <a:pt x="109538" y="617538"/>
                </a:cubicBezTo>
                <a:cubicBezTo>
                  <a:pt x="106294" y="618980"/>
                  <a:pt x="100013" y="622300"/>
                  <a:pt x="100013" y="622300"/>
                </a:cubicBezTo>
              </a:path>
            </a:pathLst>
          </a:custGeom>
          <a:ln w="12700">
            <a:solidFill>
              <a:srgbClr val="00B050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256ACC0D-E68B-440A-9CEA-D9AA687E3BF7}"/>
                  </a:ext>
                </a:extLst>
              </p:cNvPr>
              <p:cNvSpPr txBox="1"/>
              <p:nvPr/>
            </p:nvSpPr>
            <p:spPr>
              <a:xfrm>
                <a:off x="1073576" y="2800660"/>
                <a:ext cx="21480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∝</m:t>
                      </m:r>
                    </m:oMath>
                  </m:oMathPara>
                </a14:m>
                <a:endParaRPr lang="en-GB" b="1" i="1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256ACC0D-E68B-440A-9CEA-D9AA687E3B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3576" y="2800660"/>
                <a:ext cx="214802" cy="276999"/>
              </a:xfrm>
              <a:prstGeom prst="rect">
                <a:avLst/>
              </a:prstGeom>
              <a:blipFill>
                <a:blip r:embed="rId8"/>
                <a:stretch>
                  <a:fillRect l="-17143" r="-20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A490C4BA-2B1A-4C27-8671-5C42C95E42CC}"/>
                  </a:ext>
                </a:extLst>
              </p:cNvPr>
              <p:cNvSpPr txBox="1"/>
              <p:nvPr/>
            </p:nvSpPr>
            <p:spPr>
              <a:xfrm>
                <a:off x="400360" y="2586729"/>
                <a:ext cx="163203" cy="54765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b="1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1" i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𝐯</m:t>
                        </m:r>
                      </m:e>
                      <m:sub>
                        <m:r>
                          <a:rPr lang="en-GB" b="1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GB" b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A490C4BA-2B1A-4C27-8671-5C42C95E42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360" y="2586729"/>
                <a:ext cx="163203" cy="547650"/>
              </a:xfrm>
              <a:prstGeom prst="rect">
                <a:avLst/>
              </a:prstGeom>
              <a:blipFill>
                <a:blip r:embed="rId9"/>
                <a:stretch>
                  <a:fillRect l="-38462" r="-7692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BB76E223-0732-4991-8258-1C4DE99AFAC4}"/>
              </a:ext>
            </a:extLst>
          </p:cNvPr>
          <p:cNvSpPr/>
          <p:nvPr/>
        </p:nvSpPr>
        <p:spPr>
          <a:xfrm rot="11401614">
            <a:off x="5867560" y="1003690"/>
            <a:ext cx="130969" cy="45719"/>
          </a:xfrm>
          <a:custGeom>
            <a:avLst/>
            <a:gdLst>
              <a:gd name="connsiteX0" fmla="*/ 3231 w 266756"/>
              <a:gd name="connsiteY0" fmla="*/ 74613 h 74613"/>
              <a:gd name="connsiteX1" fmla="*/ 56 w 266756"/>
              <a:gd name="connsiteY1" fmla="*/ 66675 h 74613"/>
              <a:gd name="connsiteX2" fmla="*/ 12756 w 266756"/>
              <a:gd name="connsiteY2" fmla="*/ 49213 h 74613"/>
              <a:gd name="connsiteX3" fmla="*/ 17518 w 266756"/>
              <a:gd name="connsiteY3" fmla="*/ 41275 h 74613"/>
              <a:gd name="connsiteX4" fmla="*/ 23868 w 266756"/>
              <a:gd name="connsiteY4" fmla="*/ 38100 h 74613"/>
              <a:gd name="connsiteX5" fmla="*/ 33393 w 266756"/>
              <a:gd name="connsiteY5" fmla="*/ 31750 h 74613"/>
              <a:gd name="connsiteX6" fmla="*/ 41331 w 266756"/>
              <a:gd name="connsiteY6" fmla="*/ 25400 h 74613"/>
              <a:gd name="connsiteX7" fmla="*/ 47681 w 266756"/>
              <a:gd name="connsiteY7" fmla="*/ 23813 h 74613"/>
              <a:gd name="connsiteX8" fmla="*/ 58793 w 266756"/>
              <a:gd name="connsiteY8" fmla="*/ 20638 h 74613"/>
              <a:gd name="connsiteX9" fmla="*/ 85781 w 266756"/>
              <a:gd name="connsiteY9" fmla="*/ 14288 h 74613"/>
              <a:gd name="connsiteX10" fmla="*/ 90543 w 266756"/>
              <a:gd name="connsiteY10" fmla="*/ 11113 h 74613"/>
              <a:gd name="connsiteX11" fmla="*/ 131818 w 266756"/>
              <a:gd name="connsiteY11" fmla="*/ 3175 h 74613"/>
              <a:gd name="connsiteX12" fmla="*/ 169918 w 266756"/>
              <a:gd name="connsiteY12" fmla="*/ 0 h 74613"/>
              <a:gd name="connsiteX13" fmla="*/ 266756 w 266756"/>
              <a:gd name="connsiteY13" fmla="*/ 1588 h 746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66756" h="74613">
                <a:moveTo>
                  <a:pt x="3231" y="74613"/>
                </a:moveTo>
                <a:cubicBezTo>
                  <a:pt x="2173" y="71967"/>
                  <a:pt x="-413" y="69486"/>
                  <a:pt x="56" y="66675"/>
                </a:cubicBezTo>
                <a:cubicBezTo>
                  <a:pt x="1637" y="57191"/>
                  <a:pt x="7778" y="55614"/>
                  <a:pt x="12756" y="49213"/>
                </a:cubicBezTo>
                <a:cubicBezTo>
                  <a:pt x="14650" y="46777"/>
                  <a:pt x="15336" y="43457"/>
                  <a:pt x="17518" y="41275"/>
                </a:cubicBezTo>
                <a:cubicBezTo>
                  <a:pt x="19191" y="39602"/>
                  <a:pt x="21839" y="39318"/>
                  <a:pt x="23868" y="38100"/>
                </a:cubicBezTo>
                <a:cubicBezTo>
                  <a:pt x="27140" y="36137"/>
                  <a:pt x="30307" y="33994"/>
                  <a:pt x="33393" y="31750"/>
                </a:cubicBezTo>
                <a:cubicBezTo>
                  <a:pt x="36133" y="29757"/>
                  <a:pt x="38369" y="27045"/>
                  <a:pt x="41331" y="25400"/>
                </a:cubicBezTo>
                <a:cubicBezTo>
                  <a:pt x="43238" y="24341"/>
                  <a:pt x="45576" y="24387"/>
                  <a:pt x="47681" y="23813"/>
                </a:cubicBezTo>
                <a:cubicBezTo>
                  <a:pt x="51398" y="22799"/>
                  <a:pt x="55138" y="21856"/>
                  <a:pt x="58793" y="20638"/>
                </a:cubicBezTo>
                <a:cubicBezTo>
                  <a:pt x="79202" y="13834"/>
                  <a:pt x="63584" y="16753"/>
                  <a:pt x="85781" y="14288"/>
                </a:cubicBezTo>
                <a:cubicBezTo>
                  <a:pt x="87368" y="13230"/>
                  <a:pt x="88800" y="11888"/>
                  <a:pt x="90543" y="11113"/>
                </a:cubicBezTo>
                <a:cubicBezTo>
                  <a:pt x="102381" y="5852"/>
                  <a:pt x="121827" y="4285"/>
                  <a:pt x="131818" y="3175"/>
                </a:cubicBezTo>
                <a:cubicBezTo>
                  <a:pt x="154012" y="710"/>
                  <a:pt x="141325" y="1907"/>
                  <a:pt x="169918" y="0"/>
                </a:cubicBezTo>
                <a:lnTo>
                  <a:pt x="266756" y="1588"/>
                </a:ln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5431E136-D4C9-4A67-AD56-D6486F0E9ABB}"/>
                  </a:ext>
                </a:extLst>
              </p:cNvPr>
              <p:cNvSpPr txBox="1"/>
              <p:nvPr/>
            </p:nvSpPr>
            <p:spPr>
              <a:xfrm>
                <a:off x="400359" y="3175972"/>
                <a:ext cx="163203" cy="54765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b="1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1" i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𝐯</m:t>
                        </m:r>
                      </m:e>
                      <m:sub>
                        <m:r>
                          <a:rPr lang="en-GB" b="1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GB" b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5431E136-D4C9-4A67-AD56-D6486F0E9A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359" y="3175972"/>
                <a:ext cx="163203" cy="547650"/>
              </a:xfrm>
              <a:prstGeom prst="rect">
                <a:avLst/>
              </a:prstGeom>
              <a:blipFill>
                <a:blip r:embed="rId10"/>
                <a:stretch>
                  <a:fillRect l="-38462" r="-7692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Conector reto 18">
            <a:extLst>
              <a:ext uri="{FF2B5EF4-FFF2-40B4-BE49-F238E27FC236}">
                <a16:creationId xmlns:a16="http://schemas.microsoft.com/office/drawing/2014/main" id="{8D63C3DE-C486-47CB-9CEC-951AF0382BC7}"/>
              </a:ext>
            </a:extLst>
          </p:cNvPr>
          <p:cNvCxnSpPr>
            <a:cxnSpLocks/>
          </p:cNvCxnSpPr>
          <p:nvPr/>
        </p:nvCxnSpPr>
        <p:spPr>
          <a:xfrm flipV="1">
            <a:off x="328744" y="2033588"/>
            <a:ext cx="5879175" cy="979995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FD1AE77B-F25E-4049-8829-F53F16D795AB}"/>
                  </a:ext>
                </a:extLst>
              </p:cNvPr>
              <p:cNvSpPr txBox="1"/>
              <p:nvPr/>
            </p:nvSpPr>
            <p:spPr>
              <a:xfrm>
                <a:off x="4166585" y="2046895"/>
                <a:ext cx="21480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∝</m:t>
                      </m:r>
                    </m:oMath>
                  </m:oMathPara>
                </a14:m>
                <a:endParaRPr lang="en-GB" b="1" i="1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FD1AE77B-F25E-4049-8829-F53F16D795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66585" y="2046895"/>
                <a:ext cx="214802" cy="276999"/>
              </a:xfrm>
              <a:prstGeom prst="rect">
                <a:avLst/>
              </a:prstGeom>
              <a:blipFill>
                <a:blip r:embed="rId11"/>
                <a:stretch>
                  <a:fillRect l="-16667" r="-166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1" name="Freeform: Shape 50">
            <a:extLst>
              <a:ext uri="{FF2B5EF4-FFF2-40B4-BE49-F238E27FC236}">
                <a16:creationId xmlns:a16="http://schemas.microsoft.com/office/drawing/2014/main" id="{28482835-9F8C-48C5-8ABA-1110FCB6FBEB}"/>
              </a:ext>
            </a:extLst>
          </p:cNvPr>
          <p:cNvSpPr/>
          <p:nvPr/>
        </p:nvSpPr>
        <p:spPr>
          <a:xfrm rot="10800000">
            <a:off x="1236631" y="1320407"/>
            <a:ext cx="130969" cy="45719"/>
          </a:xfrm>
          <a:custGeom>
            <a:avLst/>
            <a:gdLst>
              <a:gd name="connsiteX0" fmla="*/ 3231 w 266756"/>
              <a:gd name="connsiteY0" fmla="*/ 74613 h 74613"/>
              <a:gd name="connsiteX1" fmla="*/ 56 w 266756"/>
              <a:gd name="connsiteY1" fmla="*/ 66675 h 74613"/>
              <a:gd name="connsiteX2" fmla="*/ 12756 w 266756"/>
              <a:gd name="connsiteY2" fmla="*/ 49213 h 74613"/>
              <a:gd name="connsiteX3" fmla="*/ 17518 w 266756"/>
              <a:gd name="connsiteY3" fmla="*/ 41275 h 74613"/>
              <a:gd name="connsiteX4" fmla="*/ 23868 w 266756"/>
              <a:gd name="connsiteY4" fmla="*/ 38100 h 74613"/>
              <a:gd name="connsiteX5" fmla="*/ 33393 w 266756"/>
              <a:gd name="connsiteY5" fmla="*/ 31750 h 74613"/>
              <a:gd name="connsiteX6" fmla="*/ 41331 w 266756"/>
              <a:gd name="connsiteY6" fmla="*/ 25400 h 74613"/>
              <a:gd name="connsiteX7" fmla="*/ 47681 w 266756"/>
              <a:gd name="connsiteY7" fmla="*/ 23813 h 74613"/>
              <a:gd name="connsiteX8" fmla="*/ 58793 w 266756"/>
              <a:gd name="connsiteY8" fmla="*/ 20638 h 74613"/>
              <a:gd name="connsiteX9" fmla="*/ 85781 w 266756"/>
              <a:gd name="connsiteY9" fmla="*/ 14288 h 74613"/>
              <a:gd name="connsiteX10" fmla="*/ 90543 w 266756"/>
              <a:gd name="connsiteY10" fmla="*/ 11113 h 74613"/>
              <a:gd name="connsiteX11" fmla="*/ 131818 w 266756"/>
              <a:gd name="connsiteY11" fmla="*/ 3175 h 74613"/>
              <a:gd name="connsiteX12" fmla="*/ 169918 w 266756"/>
              <a:gd name="connsiteY12" fmla="*/ 0 h 74613"/>
              <a:gd name="connsiteX13" fmla="*/ 266756 w 266756"/>
              <a:gd name="connsiteY13" fmla="*/ 1588 h 746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66756" h="74613">
                <a:moveTo>
                  <a:pt x="3231" y="74613"/>
                </a:moveTo>
                <a:cubicBezTo>
                  <a:pt x="2173" y="71967"/>
                  <a:pt x="-413" y="69486"/>
                  <a:pt x="56" y="66675"/>
                </a:cubicBezTo>
                <a:cubicBezTo>
                  <a:pt x="1637" y="57191"/>
                  <a:pt x="7778" y="55614"/>
                  <a:pt x="12756" y="49213"/>
                </a:cubicBezTo>
                <a:cubicBezTo>
                  <a:pt x="14650" y="46777"/>
                  <a:pt x="15336" y="43457"/>
                  <a:pt x="17518" y="41275"/>
                </a:cubicBezTo>
                <a:cubicBezTo>
                  <a:pt x="19191" y="39602"/>
                  <a:pt x="21839" y="39318"/>
                  <a:pt x="23868" y="38100"/>
                </a:cubicBezTo>
                <a:cubicBezTo>
                  <a:pt x="27140" y="36137"/>
                  <a:pt x="30307" y="33994"/>
                  <a:pt x="33393" y="31750"/>
                </a:cubicBezTo>
                <a:cubicBezTo>
                  <a:pt x="36133" y="29757"/>
                  <a:pt x="38369" y="27045"/>
                  <a:pt x="41331" y="25400"/>
                </a:cubicBezTo>
                <a:cubicBezTo>
                  <a:pt x="43238" y="24341"/>
                  <a:pt x="45576" y="24387"/>
                  <a:pt x="47681" y="23813"/>
                </a:cubicBezTo>
                <a:cubicBezTo>
                  <a:pt x="51398" y="22799"/>
                  <a:pt x="55138" y="21856"/>
                  <a:pt x="58793" y="20638"/>
                </a:cubicBezTo>
                <a:cubicBezTo>
                  <a:pt x="79202" y="13834"/>
                  <a:pt x="63584" y="16753"/>
                  <a:pt x="85781" y="14288"/>
                </a:cubicBezTo>
                <a:cubicBezTo>
                  <a:pt x="87368" y="13230"/>
                  <a:pt x="88800" y="11888"/>
                  <a:pt x="90543" y="11113"/>
                </a:cubicBezTo>
                <a:cubicBezTo>
                  <a:pt x="102381" y="5852"/>
                  <a:pt x="121827" y="4285"/>
                  <a:pt x="131818" y="3175"/>
                </a:cubicBezTo>
                <a:cubicBezTo>
                  <a:pt x="154012" y="710"/>
                  <a:pt x="141325" y="1907"/>
                  <a:pt x="169918" y="0"/>
                </a:cubicBezTo>
                <a:lnTo>
                  <a:pt x="266756" y="1588"/>
                </a:ln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565368EE-B18A-4A91-9372-6CC792EC20C7}"/>
              </a:ext>
            </a:extLst>
          </p:cNvPr>
          <p:cNvCxnSpPr>
            <a:cxnSpLocks/>
          </p:cNvCxnSpPr>
          <p:nvPr/>
        </p:nvCxnSpPr>
        <p:spPr>
          <a:xfrm flipH="1">
            <a:off x="350044" y="798206"/>
            <a:ext cx="5587009" cy="939870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9F4FA2C2-AE7B-4694-A19A-D501C35BD0BD}"/>
              </a:ext>
            </a:extLst>
          </p:cNvPr>
          <p:cNvCxnSpPr>
            <a:cxnSpLocks/>
          </p:cNvCxnSpPr>
          <p:nvPr/>
        </p:nvCxnSpPr>
        <p:spPr>
          <a:xfrm>
            <a:off x="1150917" y="832784"/>
            <a:ext cx="0" cy="669785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Freeform: Shape 62">
            <a:extLst>
              <a:ext uri="{FF2B5EF4-FFF2-40B4-BE49-F238E27FC236}">
                <a16:creationId xmlns:a16="http://schemas.microsoft.com/office/drawing/2014/main" id="{601A05E8-0D11-4BDC-A6F3-D620A37308B0}"/>
              </a:ext>
            </a:extLst>
          </p:cNvPr>
          <p:cNvSpPr/>
          <p:nvPr/>
        </p:nvSpPr>
        <p:spPr>
          <a:xfrm rot="5754035">
            <a:off x="1164398" y="1352891"/>
            <a:ext cx="45719" cy="80193"/>
          </a:xfrm>
          <a:custGeom>
            <a:avLst/>
            <a:gdLst>
              <a:gd name="connsiteX0" fmla="*/ 0 w 287338"/>
              <a:gd name="connsiteY0" fmla="*/ 0 h 622300"/>
              <a:gd name="connsiteX1" fmla="*/ 7938 w 287338"/>
              <a:gd name="connsiteY1" fmla="*/ 1588 h 622300"/>
              <a:gd name="connsiteX2" fmla="*/ 17463 w 287338"/>
              <a:gd name="connsiteY2" fmla="*/ 4763 h 622300"/>
              <a:gd name="connsiteX3" fmla="*/ 39688 w 287338"/>
              <a:gd name="connsiteY3" fmla="*/ 6350 h 622300"/>
              <a:gd name="connsiteX4" fmla="*/ 52388 w 287338"/>
              <a:gd name="connsiteY4" fmla="*/ 12700 h 622300"/>
              <a:gd name="connsiteX5" fmla="*/ 74613 w 287338"/>
              <a:gd name="connsiteY5" fmla="*/ 19050 h 622300"/>
              <a:gd name="connsiteX6" fmla="*/ 85725 w 287338"/>
              <a:gd name="connsiteY6" fmla="*/ 22225 h 622300"/>
              <a:gd name="connsiteX7" fmla="*/ 107950 w 287338"/>
              <a:gd name="connsiteY7" fmla="*/ 33338 h 622300"/>
              <a:gd name="connsiteX8" fmla="*/ 128588 w 287338"/>
              <a:gd name="connsiteY8" fmla="*/ 47625 h 622300"/>
              <a:gd name="connsiteX9" fmla="*/ 139700 w 287338"/>
              <a:gd name="connsiteY9" fmla="*/ 52388 h 622300"/>
              <a:gd name="connsiteX10" fmla="*/ 153988 w 287338"/>
              <a:gd name="connsiteY10" fmla="*/ 68263 h 622300"/>
              <a:gd name="connsiteX11" fmla="*/ 163513 w 287338"/>
              <a:gd name="connsiteY11" fmla="*/ 73025 h 622300"/>
              <a:gd name="connsiteX12" fmla="*/ 177800 w 287338"/>
              <a:gd name="connsiteY12" fmla="*/ 87313 h 622300"/>
              <a:gd name="connsiteX13" fmla="*/ 187325 w 287338"/>
              <a:gd name="connsiteY13" fmla="*/ 98425 h 622300"/>
              <a:gd name="connsiteX14" fmla="*/ 192088 w 287338"/>
              <a:gd name="connsiteY14" fmla="*/ 103188 h 622300"/>
              <a:gd name="connsiteX15" fmla="*/ 201613 w 287338"/>
              <a:gd name="connsiteY15" fmla="*/ 115888 h 622300"/>
              <a:gd name="connsiteX16" fmla="*/ 207963 w 287338"/>
              <a:gd name="connsiteY16" fmla="*/ 122238 h 622300"/>
              <a:gd name="connsiteX17" fmla="*/ 222250 w 287338"/>
              <a:gd name="connsiteY17" fmla="*/ 144463 h 622300"/>
              <a:gd name="connsiteX18" fmla="*/ 231775 w 287338"/>
              <a:gd name="connsiteY18" fmla="*/ 158750 h 622300"/>
              <a:gd name="connsiteX19" fmla="*/ 236538 w 287338"/>
              <a:gd name="connsiteY19" fmla="*/ 169863 h 622300"/>
              <a:gd name="connsiteX20" fmla="*/ 241300 w 287338"/>
              <a:gd name="connsiteY20" fmla="*/ 176213 h 622300"/>
              <a:gd name="connsiteX21" fmla="*/ 246063 w 287338"/>
              <a:gd name="connsiteY21" fmla="*/ 185738 h 622300"/>
              <a:gd name="connsiteX22" fmla="*/ 252413 w 287338"/>
              <a:gd name="connsiteY22" fmla="*/ 196850 h 622300"/>
              <a:gd name="connsiteX23" fmla="*/ 254000 w 287338"/>
              <a:gd name="connsiteY23" fmla="*/ 204788 h 622300"/>
              <a:gd name="connsiteX24" fmla="*/ 255588 w 287338"/>
              <a:gd name="connsiteY24" fmla="*/ 214313 h 622300"/>
              <a:gd name="connsiteX25" fmla="*/ 263525 w 287338"/>
              <a:gd name="connsiteY25" fmla="*/ 220663 h 622300"/>
              <a:gd name="connsiteX26" fmla="*/ 265113 w 287338"/>
              <a:gd name="connsiteY26" fmla="*/ 225425 h 622300"/>
              <a:gd name="connsiteX27" fmla="*/ 269875 w 287338"/>
              <a:gd name="connsiteY27" fmla="*/ 233363 h 622300"/>
              <a:gd name="connsiteX28" fmla="*/ 273050 w 287338"/>
              <a:gd name="connsiteY28" fmla="*/ 239713 h 622300"/>
              <a:gd name="connsiteX29" fmla="*/ 274638 w 287338"/>
              <a:gd name="connsiteY29" fmla="*/ 252413 h 622300"/>
              <a:gd name="connsiteX30" fmla="*/ 277813 w 287338"/>
              <a:gd name="connsiteY30" fmla="*/ 276225 h 622300"/>
              <a:gd name="connsiteX31" fmla="*/ 282575 w 287338"/>
              <a:gd name="connsiteY31" fmla="*/ 293688 h 622300"/>
              <a:gd name="connsiteX32" fmla="*/ 287338 w 287338"/>
              <a:gd name="connsiteY32" fmla="*/ 366713 h 622300"/>
              <a:gd name="connsiteX33" fmla="*/ 285750 w 287338"/>
              <a:gd name="connsiteY33" fmla="*/ 442913 h 622300"/>
              <a:gd name="connsiteX34" fmla="*/ 279400 w 287338"/>
              <a:gd name="connsiteY34" fmla="*/ 460375 h 622300"/>
              <a:gd name="connsiteX35" fmla="*/ 276225 w 287338"/>
              <a:gd name="connsiteY35" fmla="*/ 473075 h 622300"/>
              <a:gd name="connsiteX36" fmla="*/ 271463 w 287338"/>
              <a:gd name="connsiteY36" fmla="*/ 481013 h 622300"/>
              <a:gd name="connsiteX37" fmla="*/ 268288 w 287338"/>
              <a:gd name="connsiteY37" fmla="*/ 487363 h 622300"/>
              <a:gd name="connsiteX38" fmla="*/ 265113 w 287338"/>
              <a:gd name="connsiteY38" fmla="*/ 496888 h 622300"/>
              <a:gd name="connsiteX39" fmla="*/ 258763 w 287338"/>
              <a:gd name="connsiteY39" fmla="*/ 501650 h 622300"/>
              <a:gd name="connsiteX40" fmla="*/ 250825 w 287338"/>
              <a:gd name="connsiteY40" fmla="*/ 512763 h 622300"/>
              <a:gd name="connsiteX41" fmla="*/ 241300 w 287338"/>
              <a:gd name="connsiteY41" fmla="*/ 525463 h 622300"/>
              <a:gd name="connsiteX42" fmla="*/ 234950 w 287338"/>
              <a:gd name="connsiteY42" fmla="*/ 528638 h 622300"/>
              <a:gd name="connsiteX43" fmla="*/ 220663 w 287338"/>
              <a:gd name="connsiteY43" fmla="*/ 542925 h 622300"/>
              <a:gd name="connsiteX44" fmla="*/ 215900 w 287338"/>
              <a:gd name="connsiteY44" fmla="*/ 547688 h 622300"/>
              <a:gd name="connsiteX45" fmla="*/ 209550 w 287338"/>
              <a:gd name="connsiteY45" fmla="*/ 550863 h 622300"/>
              <a:gd name="connsiteX46" fmla="*/ 192088 w 287338"/>
              <a:gd name="connsiteY46" fmla="*/ 565150 h 622300"/>
              <a:gd name="connsiteX47" fmla="*/ 182563 w 287338"/>
              <a:gd name="connsiteY47" fmla="*/ 569913 h 622300"/>
              <a:gd name="connsiteX48" fmla="*/ 171450 w 287338"/>
              <a:gd name="connsiteY48" fmla="*/ 579438 h 622300"/>
              <a:gd name="connsiteX49" fmla="*/ 161925 w 287338"/>
              <a:gd name="connsiteY49" fmla="*/ 584200 h 622300"/>
              <a:gd name="connsiteX50" fmla="*/ 141288 w 287338"/>
              <a:gd name="connsiteY50" fmla="*/ 598488 h 622300"/>
              <a:gd name="connsiteX51" fmla="*/ 133350 w 287338"/>
              <a:gd name="connsiteY51" fmla="*/ 603250 h 622300"/>
              <a:gd name="connsiteX52" fmla="*/ 127000 w 287338"/>
              <a:gd name="connsiteY52" fmla="*/ 609600 h 622300"/>
              <a:gd name="connsiteX53" fmla="*/ 109538 w 287338"/>
              <a:gd name="connsiteY53" fmla="*/ 617538 h 622300"/>
              <a:gd name="connsiteX54" fmla="*/ 100013 w 287338"/>
              <a:gd name="connsiteY54" fmla="*/ 622300 h 622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</a:cxnLst>
            <a:rect l="l" t="t" r="r" b="b"/>
            <a:pathLst>
              <a:path w="287338" h="622300">
                <a:moveTo>
                  <a:pt x="0" y="0"/>
                </a:moveTo>
                <a:cubicBezTo>
                  <a:pt x="2646" y="529"/>
                  <a:pt x="5335" y="878"/>
                  <a:pt x="7938" y="1588"/>
                </a:cubicBezTo>
                <a:cubicBezTo>
                  <a:pt x="11167" y="2469"/>
                  <a:pt x="14153" y="4267"/>
                  <a:pt x="17463" y="4763"/>
                </a:cubicBezTo>
                <a:cubicBezTo>
                  <a:pt x="24808" y="5865"/>
                  <a:pt x="32280" y="5821"/>
                  <a:pt x="39688" y="6350"/>
                </a:cubicBezTo>
                <a:cubicBezTo>
                  <a:pt x="43921" y="8467"/>
                  <a:pt x="48012" y="10898"/>
                  <a:pt x="52388" y="12700"/>
                </a:cubicBezTo>
                <a:cubicBezTo>
                  <a:pt x="68472" y="19323"/>
                  <a:pt x="62163" y="15938"/>
                  <a:pt x="74613" y="19050"/>
                </a:cubicBezTo>
                <a:cubicBezTo>
                  <a:pt x="78350" y="19984"/>
                  <a:pt x="82021" y="21167"/>
                  <a:pt x="85725" y="22225"/>
                </a:cubicBezTo>
                <a:cubicBezTo>
                  <a:pt x="103348" y="36912"/>
                  <a:pt x="86230" y="24985"/>
                  <a:pt x="107950" y="33338"/>
                </a:cubicBezTo>
                <a:cubicBezTo>
                  <a:pt x="114114" y="35709"/>
                  <a:pt x="124243" y="45018"/>
                  <a:pt x="128588" y="47625"/>
                </a:cubicBezTo>
                <a:cubicBezTo>
                  <a:pt x="132044" y="49698"/>
                  <a:pt x="135996" y="50800"/>
                  <a:pt x="139700" y="52388"/>
                </a:cubicBezTo>
                <a:cubicBezTo>
                  <a:pt x="143505" y="57144"/>
                  <a:pt x="149047" y="64669"/>
                  <a:pt x="153988" y="68263"/>
                </a:cubicBezTo>
                <a:cubicBezTo>
                  <a:pt x="156859" y="70351"/>
                  <a:pt x="160338" y="71438"/>
                  <a:pt x="163513" y="73025"/>
                </a:cubicBezTo>
                <a:cubicBezTo>
                  <a:pt x="180442" y="94187"/>
                  <a:pt x="158756" y="68269"/>
                  <a:pt x="177800" y="87313"/>
                </a:cubicBezTo>
                <a:cubicBezTo>
                  <a:pt x="181250" y="90763"/>
                  <a:pt x="184061" y="94799"/>
                  <a:pt x="187325" y="98425"/>
                </a:cubicBezTo>
                <a:cubicBezTo>
                  <a:pt x="188827" y="100094"/>
                  <a:pt x="190666" y="101450"/>
                  <a:pt x="192088" y="103188"/>
                </a:cubicBezTo>
                <a:cubicBezTo>
                  <a:pt x="195439" y="107284"/>
                  <a:pt x="198225" y="111823"/>
                  <a:pt x="201613" y="115888"/>
                </a:cubicBezTo>
                <a:cubicBezTo>
                  <a:pt x="203529" y="118188"/>
                  <a:pt x="206210" y="119811"/>
                  <a:pt x="207963" y="122238"/>
                </a:cubicBezTo>
                <a:cubicBezTo>
                  <a:pt x="213119" y="129378"/>
                  <a:pt x="217439" y="137086"/>
                  <a:pt x="222250" y="144463"/>
                </a:cubicBezTo>
                <a:cubicBezTo>
                  <a:pt x="225377" y="149257"/>
                  <a:pt x="229520" y="153489"/>
                  <a:pt x="231775" y="158750"/>
                </a:cubicBezTo>
                <a:cubicBezTo>
                  <a:pt x="233363" y="162454"/>
                  <a:pt x="234608" y="166325"/>
                  <a:pt x="236538" y="169863"/>
                </a:cubicBezTo>
                <a:cubicBezTo>
                  <a:pt x="237805" y="172186"/>
                  <a:pt x="239939" y="173944"/>
                  <a:pt x="241300" y="176213"/>
                </a:cubicBezTo>
                <a:cubicBezTo>
                  <a:pt x="243126" y="179257"/>
                  <a:pt x="244380" y="182613"/>
                  <a:pt x="246063" y="185738"/>
                </a:cubicBezTo>
                <a:cubicBezTo>
                  <a:pt x="248086" y="189494"/>
                  <a:pt x="250296" y="193146"/>
                  <a:pt x="252413" y="196850"/>
                </a:cubicBezTo>
                <a:cubicBezTo>
                  <a:pt x="252942" y="199496"/>
                  <a:pt x="253517" y="202133"/>
                  <a:pt x="254000" y="204788"/>
                </a:cubicBezTo>
                <a:cubicBezTo>
                  <a:pt x="254576" y="207955"/>
                  <a:pt x="253932" y="211553"/>
                  <a:pt x="255588" y="214313"/>
                </a:cubicBezTo>
                <a:cubicBezTo>
                  <a:pt x="257331" y="217218"/>
                  <a:pt x="260879" y="218546"/>
                  <a:pt x="263525" y="220663"/>
                </a:cubicBezTo>
                <a:cubicBezTo>
                  <a:pt x="264054" y="222250"/>
                  <a:pt x="264365" y="223928"/>
                  <a:pt x="265113" y="225425"/>
                </a:cubicBezTo>
                <a:cubicBezTo>
                  <a:pt x="266493" y="228185"/>
                  <a:pt x="268377" y="230666"/>
                  <a:pt x="269875" y="233363"/>
                </a:cubicBezTo>
                <a:cubicBezTo>
                  <a:pt x="271024" y="235432"/>
                  <a:pt x="271992" y="237596"/>
                  <a:pt x="273050" y="239713"/>
                </a:cubicBezTo>
                <a:cubicBezTo>
                  <a:pt x="273579" y="243946"/>
                  <a:pt x="274140" y="248176"/>
                  <a:pt x="274638" y="252413"/>
                </a:cubicBezTo>
                <a:cubicBezTo>
                  <a:pt x="275851" y="262720"/>
                  <a:pt x="275927" y="266796"/>
                  <a:pt x="277813" y="276225"/>
                </a:cubicBezTo>
                <a:cubicBezTo>
                  <a:pt x="278655" y="280437"/>
                  <a:pt x="281765" y="290853"/>
                  <a:pt x="282575" y="293688"/>
                </a:cubicBezTo>
                <a:cubicBezTo>
                  <a:pt x="286494" y="346591"/>
                  <a:pt x="284997" y="322243"/>
                  <a:pt x="287338" y="366713"/>
                </a:cubicBezTo>
                <a:cubicBezTo>
                  <a:pt x="286809" y="392113"/>
                  <a:pt x="286708" y="417526"/>
                  <a:pt x="285750" y="442913"/>
                </a:cubicBezTo>
                <a:cubicBezTo>
                  <a:pt x="285444" y="451018"/>
                  <a:pt x="282768" y="452796"/>
                  <a:pt x="279400" y="460375"/>
                </a:cubicBezTo>
                <a:cubicBezTo>
                  <a:pt x="272413" y="476096"/>
                  <a:pt x="285472" y="449957"/>
                  <a:pt x="276225" y="473075"/>
                </a:cubicBezTo>
                <a:cubicBezTo>
                  <a:pt x="275079" y="475940"/>
                  <a:pt x="272961" y="478316"/>
                  <a:pt x="271463" y="481013"/>
                </a:cubicBezTo>
                <a:cubicBezTo>
                  <a:pt x="270314" y="483082"/>
                  <a:pt x="269167" y="485166"/>
                  <a:pt x="268288" y="487363"/>
                </a:cubicBezTo>
                <a:cubicBezTo>
                  <a:pt x="267045" y="490470"/>
                  <a:pt x="267790" y="494880"/>
                  <a:pt x="265113" y="496888"/>
                </a:cubicBezTo>
                <a:lnTo>
                  <a:pt x="258763" y="501650"/>
                </a:lnTo>
                <a:cubicBezTo>
                  <a:pt x="250509" y="522287"/>
                  <a:pt x="260886" y="500691"/>
                  <a:pt x="250825" y="512763"/>
                </a:cubicBezTo>
                <a:cubicBezTo>
                  <a:pt x="241809" y="523581"/>
                  <a:pt x="255018" y="515175"/>
                  <a:pt x="241300" y="525463"/>
                </a:cubicBezTo>
                <a:cubicBezTo>
                  <a:pt x="239407" y="526883"/>
                  <a:pt x="236757" y="527109"/>
                  <a:pt x="234950" y="528638"/>
                </a:cubicBezTo>
                <a:cubicBezTo>
                  <a:pt x="229809" y="532988"/>
                  <a:pt x="225425" y="538163"/>
                  <a:pt x="220663" y="542925"/>
                </a:cubicBezTo>
                <a:cubicBezTo>
                  <a:pt x="219075" y="544513"/>
                  <a:pt x="217908" y="546684"/>
                  <a:pt x="215900" y="547688"/>
                </a:cubicBezTo>
                <a:cubicBezTo>
                  <a:pt x="213783" y="548746"/>
                  <a:pt x="211464" y="549471"/>
                  <a:pt x="209550" y="550863"/>
                </a:cubicBezTo>
                <a:cubicBezTo>
                  <a:pt x="205308" y="553948"/>
                  <a:pt x="197526" y="561887"/>
                  <a:pt x="192088" y="565150"/>
                </a:cubicBezTo>
                <a:cubicBezTo>
                  <a:pt x="189044" y="566976"/>
                  <a:pt x="185471" y="567877"/>
                  <a:pt x="182563" y="569913"/>
                </a:cubicBezTo>
                <a:cubicBezTo>
                  <a:pt x="167632" y="580365"/>
                  <a:pt x="183314" y="572848"/>
                  <a:pt x="171450" y="579438"/>
                </a:cubicBezTo>
                <a:cubicBezTo>
                  <a:pt x="168347" y="581162"/>
                  <a:pt x="164926" y="582304"/>
                  <a:pt x="161925" y="584200"/>
                </a:cubicBezTo>
                <a:cubicBezTo>
                  <a:pt x="154851" y="588668"/>
                  <a:pt x="148463" y="594184"/>
                  <a:pt x="141288" y="598488"/>
                </a:cubicBezTo>
                <a:cubicBezTo>
                  <a:pt x="138642" y="600075"/>
                  <a:pt x="135786" y="601356"/>
                  <a:pt x="133350" y="603250"/>
                </a:cubicBezTo>
                <a:cubicBezTo>
                  <a:pt x="130987" y="605088"/>
                  <a:pt x="129491" y="607940"/>
                  <a:pt x="127000" y="609600"/>
                </a:cubicBezTo>
                <a:cubicBezTo>
                  <a:pt x="110380" y="620680"/>
                  <a:pt x="119647" y="613045"/>
                  <a:pt x="109538" y="617538"/>
                </a:cubicBezTo>
                <a:cubicBezTo>
                  <a:pt x="106294" y="618980"/>
                  <a:pt x="100013" y="622300"/>
                  <a:pt x="100013" y="622300"/>
                </a:cubicBezTo>
              </a:path>
            </a:pathLst>
          </a:custGeom>
          <a:ln w="12700">
            <a:solidFill>
              <a:srgbClr val="00B050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E5CB2EB4-D539-EBAF-6382-CF785E4C4385}"/>
              </a:ext>
            </a:extLst>
          </p:cNvPr>
          <p:cNvSpPr/>
          <p:nvPr/>
        </p:nvSpPr>
        <p:spPr>
          <a:xfrm>
            <a:off x="1138351" y="756298"/>
            <a:ext cx="45719" cy="457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A2A7470D-237D-458B-A3A9-DFC5B9E594F5}"/>
              </a:ext>
            </a:extLst>
          </p:cNvPr>
          <p:cNvSpPr/>
          <p:nvPr/>
        </p:nvSpPr>
        <p:spPr>
          <a:xfrm>
            <a:off x="1425838" y="2801155"/>
            <a:ext cx="45719" cy="457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1F316189-ED9C-A5EF-EA80-8E24317F559E}"/>
              </a:ext>
            </a:extLst>
          </p:cNvPr>
          <p:cNvSpPr/>
          <p:nvPr/>
        </p:nvSpPr>
        <p:spPr>
          <a:xfrm>
            <a:off x="1954392" y="2714500"/>
            <a:ext cx="45719" cy="457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Star: 5 Points 9">
            <a:extLst>
              <a:ext uri="{FF2B5EF4-FFF2-40B4-BE49-F238E27FC236}">
                <a16:creationId xmlns:a16="http://schemas.microsoft.com/office/drawing/2014/main" id="{0AA4393D-6C54-4699-A782-47DF504C37DC}"/>
              </a:ext>
            </a:extLst>
          </p:cNvPr>
          <p:cNvSpPr/>
          <p:nvPr/>
        </p:nvSpPr>
        <p:spPr>
          <a:xfrm>
            <a:off x="976572" y="535957"/>
            <a:ext cx="358487" cy="342900"/>
          </a:xfrm>
          <a:prstGeom prst="star5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E1CB99-C63B-6C20-F47A-265441A7E478}"/>
              </a:ext>
            </a:extLst>
          </p:cNvPr>
          <p:cNvSpPr txBox="1"/>
          <p:nvPr/>
        </p:nvSpPr>
        <p:spPr>
          <a:xfrm>
            <a:off x="904717" y="304199"/>
            <a:ext cx="988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A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DB31202-99A8-FBB2-1D95-62C6E3E7F18E}"/>
              </a:ext>
            </a:extLst>
          </p:cNvPr>
          <p:cNvSpPr txBox="1"/>
          <p:nvPr/>
        </p:nvSpPr>
        <p:spPr>
          <a:xfrm>
            <a:off x="5586244" y="2083787"/>
            <a:ext cx="988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6421F131-C214-853E-B128-C7143F5C0F98}"/>
              </a:ext>
            </a:extLst>
          </p:cNvPr>
          <p:cNvSpPr txBox="1"/>
          <p:nvPr/>
        </p:nvSpPr>
        <p:spPr>
          <a:xfrm>
            <a:off x="5841075" y="256157"/>
            <a:ext cx="988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D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C5B2C83-015A-D7A9-5A53-BC6E7CDBA4A0}"/>
              </a:ext>
            </a:extLst>
          </p:cNvPr>
          <p:cNvSpPr txBox="1"/>
          <p:nvPr/>
        </p:nvSpPr>
        <p:spPr>
          <a:xfrm>
            <a:off x="1040690" y="1389770"/>
            <a:ext cx="988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E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10BFAE9-C92C-20E8-9D3A-BCF8C7DC1F4F}"/>
              </a:ext>
            </a:extLst>
          </p:cNvPr>
          <p:cNvSpPr txBox="1"/>
          <p:nvPr/>
        </p:nvSpPr>
        <p:spPr>
          <a:xfrm>
            <a:off x="5241991" y="691130"/>
            <a:ext cx="988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G</a:t>
            </a:r>
          </a:p>
        </p:txBody>
      </p:sp>
      <p:sp>
        <p:nvSpPr>
          <p:cNvPr id="61" name="Freeform: Shape 60">
            <a:extLst>
              <a:ext uri="{FF2B5EF4-FFF2-40B4-BE49-F238E27FC236}">
                <a16:creationId xmlns:a16="http://schemas.microsoft.com/office/drawing/2014/main" id="{1FE3996C-588C-52C4-A2A0-D22ED90D6730}"/>
              </a:ext>
            </a:extLst>
          </p:cNvPr>
          <p:cNvSpPr/>
          <p:nvPr/>
        </p:nvSpPr>
        <p:spPr>
          <a:xfrm flipH="1">
            <a:off x="5056753" y="787565"/>
            <a:ext cx="45719" cy="161894"/>
          </a:xfrm>
          <a:custGeom>
            <a:avLst/>
            <a:gdLst>
              <a:gd name="connsiteX0" fmla="*/ 0 w 287338"/>
              <a:gd name="connsiteY0" fmla="*/ 0 h 622300"/>
              <a:gd name="connsiteX1" fmla="*/ 7938 w 287338"/>
              <a:gd name="connsiteY1" fmla="*/ 1588 h 622300"/>
              <a:gd name="connsiteX2" fmla="*/ 17463 w 287338"/>
              <a:gd name="connsiteY2" fmla="*/ 4763 h 622300"/>
              <a:gd name="connsiteX3" fmla="*/ 39688 w 287338"/>
              <a:gd name="connsiteY3" fmla="*/ 6350 h 622300"/>
              <a:gd name="connsiteX4" fmla="*/ 52388 w 287338"/>
              <a:gd name="connsiteY4" fmla="*/ 12700 h 622300"/>
              <a:gd name="connsiteX5" fmla="*/ 74613 w 287338"/>
              <a:gd name="connsiteY5" fmla="*/ 19050 h 622300"/>
              <a:gd name="connsiteX6" fmla="*/ 85725 w 287338"/>
              <a:gd name="connsiteY6" fmla="*/ 22225 h 622300"/>
              <a:gd name="connsiteX7" fmla="*/ 107950 w 287338"/>
              <a:gd name="connsiteY7" fmla="*/ 33338 h 622300"/>
              <a:gd name="connsiteX8" fmla="*/ 128588 w 287338"/>
              <a:gd name="connsiteY8" fmla="*/ 47625 h 622300"/>
              <a:gd name="connsiteX9" fmla="*/ 139700 w 287338"/>
              <a:gd name="connsiteY9" fmla="*/ 52388 h 622300"/>
              <a:gd name="connsiteX10" fmla="*/ 153988 w 287338"/>
              <a:gd name="connsiteY10" fmla="*/ 68263 h 622300"/>
              <a:gd name="connsiteX11" fmla="*/ 163513 w 287338"/>
              <a:gd name="connsiteY11" fmla="*/ 73025 h 622300"/>
              <a:gd name="connsiteX12" fmla="*/ 177800 w 287338"/>
              <a:gd name="connsiteY12" fmla="*/ 87313 h 622300"/>
              <a:gd name="connsiteX13" fmla="*/ 187325 w 287338"/>
              <a:gd name="connsiteY13" fmla="*/ 98425 h 622300"/>
              <a:gd name="connsiteX14" fmla="*/ 192088 w 287338"/>
              <a:gd name="connsiteY14" fmla="*/ 103188 h 622300"/>
              <a:gd name="connsiteX15" fmla="*/ 201613 w 287338"/>
              <a:gd name="connsiteY15" fmla="*/ 115888 h 622300"/>
              <a:gd name="connsiteX16" fmla="*/ 207963 w 287338"/>
              <a:gd name="connsiteY16" fmla="*/ 122238 h 622300"/>
              <a:gd name="connsiteX17" fmla="*/ 222250 w 287338"/>
              <a:gd name="connsiteY17" fmla="*/ 144463 h 622300"/>
              <a:gd name="connsiteX18" fmla="*/ 231775 w 287338"/>
              <a:gd name="connsiteY18" fmla="*/ 158750 h 622300"/>
              <a:gd name="connsiteX19" fmla="*/ 236538 w 287338"/>
              <a:gd name="connsiteY19" fmla="*/ 169863 h 622300"/>
              <a:gd name="connsiteX20" fmla="*/ 241300 w 287338"/>
              <a:gd name="connsiteY20" fmla="*/ 176213 h 622300"/>
              <a:gd name="connsiteX21" fmla="*/ 246063 w 287338"/>
              <a:gd name="connsiteY21" fmla="*/ 185738 h 622300"/>
              <a:gd name="connsiteX22" fmla="*/ 252413 w 287338"/>
              <a:gd name="connsiteY22" fmla="*/ 196850 h 622300"/>
              <a:gd name="connsiteX23" fmla="*/ 254000 w 287338"/>
              <a:gd name="connsiteY23" fmla="*/ 204788 h 622300"/>
              <a:gd name="connsiteX24" fmla="*/ 255588 w 287338"/>
              <a:gd name="connsiteY24" fmla="*/ 214313 h 622300"/>
              <a:gd name="connsiteX25" fmla="*/ 263525 w 287338"/>
              <a:gd name="connsiteY25" fmla="*/ 220663 h 622300"/>
              <a:gd name="connsiteX26" fmla="*/ 265113 w 287338"/>
              <a:gd name="connsiteY26" fmla="*/ 225425 h 622300"/>
              <a:gd name="connsiteX27" fmla="*/ 269875 w 287338"/>
              <a:gd name="connsiteY27" fmla="*/ 233363 h 622300"/>
              <a:gd name="connsiteX28" fmla="*/ 273050 w 287338"/>
              <a:gd name="connsiteY28" fmla="*/ 239713 h 622300"/>
              <a:gd name="connsiteX29" fmla="*/ 274638 w 287338"/>
              <a:gd name="connsiteY29" fmla="*/ 252413 h 622300"/>
              <a:gd name="connsiteX30" fmla="*/ 277813 w 287338"/>
              <a:gd name="connsiteY30" fmla="*/ 276225 h 622300"/>
              <a:gd name="connsiteX31" fmla="*/ 282575 w 287338"/>
              <a:gd name="connsiteY31" fmla="*/ 293688 h 622300"/>
              <a:gd name="connsiteX32" fmla="*/ 287338 w 287338"/>
              <a:gd name="connsiteY32" fmla="*/ 366713 h 622300"/>
              <a:gd name="connsiteX33" fmla="*/ 285750 w 287338"/>
              <a:gd name="connsiteY33" fmla="*/ 442913 h 622300"/>
              <a:gd name="connsiteX34" fmla="*/ 279400 w 287338"/>
              <a:gd name="connsiteY34" fmla="*/ 460375 h 622300"/>
              <a:gd name="connsiteX35" fmla="*/ 276225 w 287338"/>
              <a:gd name="connsiteY35" fmla="*/ 473075 h 622300"/>
              <a:gd name="connsiteX36" fmla="*/ 271463 w 287338"/>
              <a:gd name="connsiteY36" fmla="*/ 481013 h 622300"/>
              <a:gd name="connsiteX37" fmla="*/ 268288 w 287338"/>
              <a:gd name="connsiteY37" fmla="*/ 487363 h 622300"/>
              <a:gd name="connsiteX38" fmla="*/ 265113 w 287338"/>
              <a:gd name="connsiteY38" fmla="*/ 496888 h 622300"/>
              <a:gd name="connsiteX39" fmla="*/ 258763 w 287338"/>
              <a:gd name="connsiteY39" fmla="*/ 501650 h 622300"/>
              <a:gd name="connsiteX40" fmla="*/ 250825 w 287338"/>
              <a:gd name="connsiteY40" fmla="*/ 512763 h 622300"/>
              <a:gd name="connsiteX41" fmla="*/ 241300 w 287338"/>
              <a:gd name="connsiteY41" fmla="*/ 525463 h 622300"/>
              <a:gd name="connsiteX42" fmla="*/ 234950 w 287338"/>
              <a:gd name="connsiteY42" fmla="*/ 528638 h 622300"/>
              <a:gd name="connsiteX43" fmla="*/ 220663 w 287338"/>
              <a:gd name="connsiteY43" fmla="*/ 542925 h 622300"/>
              <a:gd name="connsiteX44" fmla="*/ 215900 w 287338"/>
              <a:gd name="connsiteY44" fmla="*/ 547688 h 622300"/>
              <a:gd name="connsiteX45" fmla="*/ 209550 w 287338"/>
              <a:gd name="connsiteY45" fmla="*/ 550863 h 622300"/>
              <a:gd name="connsiteX46" fmla="*/ 192088 w 287338"/>
              <a:gd name="connsiteY46" fmla="*/ 565150 h 622300"/>
              <a:gd name="connsiteX47" fmla="*/ 182563 w 287338"/>
              <a:gd name="connsiteY47" fmla="*/ 569913 h 622300"/>
              <a:gd name="connsiteX48" fmla="*/ 171450 w 287338"/>
              <a:gd name="connsiteY48" fmla="*/ 579438 h 622300"/>
              <a:gd name="connsiteX49" fmla="*/ 161925 w 287338"/>
              <a:gd name="connsiteY49" fmla="*/ 584200 h 622300"/>
              <a:gd name="connsiteX50" fmla="*/ 141288 w 287338"/>
              <a:gd name="connsiteY50" fmla="*/ 598488 h 622300"/>
              <a:gd name="connsiteX51" fmla="*/ 133350 w 287338"/>
              <a:gd name="connsiteY51" fmla="*/ 603250 h 622300"/>
              <a:gd name="connsiteX52" fmla="*/ 127000 w 287338"/>
              <a:gd name="connsiteY52" fmla="*/ 609600 h 622300"/>
              <a:gd name="connsiteX53" fmla="*/ 109538 w 287338"/>
              <a:gd name="connsiteY53" fmla="*/ 617538 h 622300"/>
              <a:gd name="connsiteX54" fmla="*/ 100013 w 287338"/>
              <a:gd name="connsiteY54" fmla="*/ 622300 h 622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</a:cxnLst>
            <a:rect l="l" t="t" r="r" b="b"/>
            <a:pathLst>
              <a:path w="287338" h="622300">
                <a:moveTo>
                  <a:pt x="0" y="0"/>
                </a:moveTo>
                <a:cubicBezTo>
                  <a:pt x="2646" y="529"/>
                  <a:pt x="5335" y="878"/>
                  <a:pt x="7938" y="1588"/>
                </a:cubicBezTo>
                <a:cubicBezTo>
                  <a:pt x="11167" y="2469"/>
                  <a:pt x="14153" y="4267"/>
                  <a:pt x="17463" y="4763"/>
                </a:cubicBezTo>
                <a:cubicBezTo>
                  <a:pt x="24808" y="5865"/>
                  <a:pt x="32280" y="5821"/>
                  <a:pt x="39688" y="6350"/>
                </a:cubicBezTo>
                <a:cubicBezTo>
                  <a:pt x="43921" y="8467"/>
                  <a:pt x="48012" y="10898"/>
                  <a:pt x="52388" y="12700"/>
                </a:cubicBezTo>
                <a:cubicBezTo>
                  <a:pt x="68472" y="19323"/>
                  <a:pt x="62163" y="15938"/>
                  <a:pt x="74613" y="19050"/>
                </a:cubicBezTo>
                <a:cubicBezTo>
                  <a:pt x="78350" y="19984"/>
                  <a:pt x="82021" y="21167"/>
                  <a:pt x="85725" y="22225"/>
                </a:cubicBezTo>
                <a:cubicBezTo>
                  <a:pt x="103348" y="36912"/>
                  <a:pt x="86230" y="24985"/>
                  <a:pt x="107950" y="33338"/>
                </a:cubicBezTo>
                <a:cubicBezTo>
                  <a:pt x="114114" y="35709"/>
                  <a:pt x="124243" y="45018"/>
                  <a:pt x="128588" y="47625"/>
                </a:cubicBezTo>
                <a:cubicBezTo>
                  <a:pt x="132044" y="49698"/>
                  <a:pt x="135996" y="50800"/>
                  <a:pt x="139700" y="52388"/>
                </a:cubicBezTo>
                <a:cubicBezTo>
                  <a:pt x="143505" y="57144"/>
                  <a:pt x="149047" y="64669"/>
                  <a:pt x="153988" y="68263"/>
                </a:cubicBezTo>
                <a:cubicBezTo>
                  <a:pt x="156859" y="70351"/>
                  <a:pt x="160338" y="71438"/>
                  <a:pt x="163513" y="73025"/>
                </a:cubicBezTo>
                <a:cubicBezTo>
                  <a:pt x="180442" y="94187"/>
                  <a:pt x="158756" y="68269"/>
                  <a:pt x="177800" y="87313"/>
                </a:cubicBezTo>
                <a:cubicBezTo>
                  <a:pt x="181250" y="90763"/>
                  <a:pt x="184061" y="94799"/>
                  <a:pt x="187325" y="98425"/>
                </a:cubicBezTo>
                <a:cubicBezTo>
                  <a:pt x="188827" y="100094"/>
                  <a:pt x="190666" y="101450"/>
                  <a:pt x="192088" y="103188"/>
                </a:cubicBezTo>
                <a:cubicBezTo>
                  <a:pt x="195439" y="107284"/>
                  <a:pt x="198225" y="111823"/>
                  <a:pt x="201613" y="115888"/>
                </a:cubicBezTo>
                <a:cubicBezTo>
                  <a:pt x="203529" y="118188"/>
                  <a:pt x="206210" y="119811"/>
                  <a:pt x="207963" y="122238"/>
                </a:cubicBezTo>
                <a:cubicBezTo>
                  <a:pt x="213119" y="129378"/>
                  <a:pt x="217439" y="137086"/>
                  <a:pt x="222250" y="144463"/>
                </a:cubicBezTo>
                <a:cubicBezTo>
                  <a:pt x="225377" y="149257"/>
                  <a:pt x="229520" y="153489"/>
                  <a:pt x="231775" y="158750"/>
                </a:cubicBezTo>
                <a:cubicBezTo>
                  <a:pt x="233363" y="162454"/>
                  <a:pt x="234608" y="166325"/>
                  <a:pt x="236538" y="169863"/>
                </a:cubicBezTo>
                <a:cubicBezTo>
                  <a:pt x="237805" y="172186"/>
                  <a:pt x="239939" y="173944"/>
                  <a:pt x="241300" y="176213"/>
                </a:cubicBezTo>
                <a:cubicBezTo>
                  <a:pt x="243126" y="179257"/>
                  <a:pt x="244380" y="182613"/>
                  <a:pt x="246063" y="185738"/>
                </a:cubicBezTo>
                <a:cubicBezTo>
                  <a:pt x="248086" y="189494"/>
                  <a:pt x="250296" y="193146"/>
                  <a:pt x="252413" y="196850"/>
                </a:cubicBezTo>
                <a:cubicBezTo>
                  <a:pt x="252942" y="199496"/>
                  <a:pt x="253517" y="202133"/>
                  <a:pt x="254000" y="204788"/>
                </a:cubicBezTo>
                <a:cubicBezTo>
                  <a:pt x="254576" y="207955"/>
                  <a:pt x="253932" y="211553"/>
                  <a:pt x="255588" y="214313"/>
                </a:cubicBezTo>
                <a:cubicBezTo>
                  <a:pt x="257331" y="217218"/>
                  <a:pt x="260879" y="218546"/>
                  <a:pt x="263525" y="220663"/>
                </a:cubicBezTo>
                <a:cubicBezTo>
                  <a:pt x="264054" y="222250"/>
                  <a:pt x="264365" y="223928"/>
                  <a:pt x="265113" y="225425"/>
                </a:cubicBezTo>
                <a:cubicBezTo>
                  <a:pt x="266493" y="228185"/>
                  <a:pt x="268377" y="230666"/>
                  <a:pt x="269875" y="233363"/>
                </a:cubicBezTo>
                <a:cubicBezTo>
                  <a:pt x="271024" y="235432"/>
                  <a:pt x="271992" y="237596"/>
                  <a:pt x="273050" y="239713"/>
                </a:cubicBezTo>
                <a:cubicBezTo>
                  <a:pt x="273579" y="243946"/>
                  <a:pt x="274140" y="248176"/>
                  <a:pt x="274638" y="252413"/>
                </a:cubicBezTo>
                <a:cubicBezTo>
                  <a:pt x="275851" y="262720"/>
                  <a:pt x="275927" y="266796"/>
                  <a:pt x="277813" y="276225"/>
                </a:cubicBezTo>
                <a:cubicBezTo>
                  <a:pt x="278655" y="280437"/>
                  <a:pt x="281765" y="290853"/>
                  <a:pt x="282575" y="293688"/>
                </a:cubicBezTo>
                <a:cubicBezTo>
                  <a:pt x="286494" y="346591"/>
                  <a:pt x="284997" y="322243"/>
                  <a:pt x="287338" y="366713"/>
                </a:cubicBezTo>
                <a:cubicBezTo>
                  <a:pt x="286809" y="392113"/>
                  <a:pt x="286708" y="417526"/>
                  <a:pt x="285750" y="442913"/>
                </a:cubicBezTo>
                <a:cubicBezTo>
                  <a:pt x="285444" y="451018"/>
                  <a:pt x="282768" y="452796"/>
                  <a:pt x="279400" y="460375"/>
                </a:cubicBezTo>
                <a:cubicBezTo>
                  <a:pt x="272413" y="476096"/>
                  <a:pt x="285472" y="449957"/>
                  <a:pt x="276225" y="473075"/>
                </a:cubicBezTo>
                <a:cubicBezTo>
                  <a:pt x="275079" y="475940"/>
                  <a:pt x="272961" y="478316"/>
                  <a:pt x="271463" y="481013"/>
                </a:cubicBezTo>
                <a:cubicBezTo>
                  <a:pt x="270314" y="483082"/>
                  <a:pt x="269167" y="485166"/>
                  <a:pt x="268288" y="487363"/>
                </a:cubicBezTo>
                <a:cubicBezTo>
                  <a:pt x="267045" y="490470"/>
                  <a:pt x="267790" y="494880"/>
                  <a:pt x="265113" y="496888"/>
                </a:cubicBezTo>
                <a:lnTo>
                  <a:pt x="258763" y="501650"/>
                </a:lnTo>
                <a:cubicBezTo>
                  <a:pt x="250509" y="522287"/>
                  <a:pt x="260886" y="500691"/>
                  <a:pt x="250825" y="512763"/>
                </a:cubicBezTo>
                <a:cubicBezTo>
                  <a:pt x="241809" y="523581"/>
                  <a:pt x="255018" y="515175"/>
                  <a:pt x="241300" y="525463"/>
                </a:cubicBezTo>
                <a:cubicBezTo>
                  <a:pt x="239407" y="526883"/>
                  <a:pt x="236757" y="527109"/>
                  <a:pt x="234950" y="528638"/>
                </a:cubicBezTo>
                <a:cubicBezTo>
                  <a:pt x="229809" y="532988"/>
                  <a:pt x="225425" y="538163"/>
                  <a:pt x="220663" y="542925"/>
                </a:cubicBezTo>
                <a:cubicBezTo>
                  <a:pt x="219075" y="544513"/>
                  <a:pt x="217908" y="546684"/>
                  <a:pt x="215900" y="547688"/>
                </a:cubicBezTo>
                <a:cubicBezTo>
                  <a:pt x="213783" y="548746"/>
                  <a:pt x="211464" y="549471"/>
                  <a:pt x="209550" y="550863"/>
                </a:cubicBezTo>
                <a:cubicBezTo>
                  <a:pt x="205308" y="553948"/>
                  <a:pt x="197526" y="561887"/>
                  <a:pt x="192088" y="565150"/>
                </a:cubicBezTo>
                <a:cubicBezTo>
                  <a:pt x="189044" y="566976"/>
                  <a:pt x="185471" y="567877"/>
                  <a:pt x="182563" y="569913"/>
                </a:cubicBezTo>
                <a:cubicBezTo>
                  <a:pt x="167632" y="580365"/>
                  <a:pt x="183314" y="572848"/>
                  <a:pt x="171450" y="579438"/>
                </a:cubicBezTo>
                <a:cubicBezTo>
                  <a:pt x="168347" y="581162"/>
                  <a:pt x="164926" y="582304"/>
                  <a:pt x="161925" y="584200"/>
                </a:cubicBezTo>
                <a:cubicBezTo>
                  <a:pt x="154851" y="588668"/>
                  <a:pt x="148463" y="594184"/>
                  <a:pt x="141288" y="598488"/>
                </a:cubicBezTo>
                <a:cubicBezTo>
                  <a:pt x="138642" y="600075"/>
                  <a:pt x="135786" y="601356"/>
                  <a:pt x="133350" y="603250"/>
                </a:cubicBezTo>
                <a:cubicBezTo>
                  <a:pt x="130987" y="605088"/>
                  <a:pt x="129491" y="607940"/>
                  <a:pt x="127000" y="609600"/>
                </a:cubicBezTo>
                <a:cubicBezTo>
                  <a:pt x="110380" y="620680"/>
                  <a:pt x="119647" y="613045"/>
                  <a:pt x="109538" y="617538"/>
                </a:cubicBezTo>
                <a:cubicBezTo>
                  <a:pt x="106294" y="618980"/>
                  <a:pt x="100013" y="622300"/>
                  <a:pt x="100013" y="622300"/>
                </a:cubicBezTo>
              </a:path>
            </a:pathLst>
          </a:custGeom>
          <a:ln w="12700">
            <a:solidFill>
              <a:srgbClr val="00B050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20E93B3A-F5DD-A3AA-D3FC-F913D576ADD2}"/>
                  </a:ext>
                </a:extLst>
              </p:cNvPr>
              <p:cNvSpPr txBox="1"/>
              <p:nvPr/>
            </p:nvSpPr>
            <p:spPr>
              <a:xfrm>
                <a:off x="4804489" y="717297"/>
                <a:ext cx="214802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∝</m:t>
                      </m:r>
                    </m:oMath>
                  </m:oMathPara>
                </a14:m>
                <a:endParaRPr lang="en-GB" b="1" i="1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20E93B3A-F5DD-A3AA-D3FC-F913D576AD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4489" y="717297"/>
                <a:ext cx="214802" cy="276999"/>
              </a:xfrm>
              <a:prstGeom prst="rect">
                <a:avLst/>
              </a:prstGeom>
              <a:blipFill>
                <a:blip r:embed="rId12"/>
                <a:stretch>
                  <a:fillRect l="-17143" r="-20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Oval 37">
            <a:extLst>
              <a:ext uri="{FF2B5EF4-FFF2-40B4-BE49-F238E27FC236}">
                <a16:creationId xmlns:a16="http://schemas.microsoft.com/office/drawing/2014/main" id="{33276437-0279-50C8-C834-6D5A94BDC43B}"/>
              </a:ext>
            </a:extLst>
          </p:cNvPr>
          <p:cNvSpPr/>
          <p:nvPr/>
        </p:nvSpPr>
        <p:spPr>
          <a:xfrm>
            <a:off x="1236630" y="1543597"/>
            <a:ext cx="45719" cy="457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B294F906-C270-3454-E3A1-AC9D5C35E8F8}"/>
              </a:ext>
            </a:extLst>
          </p:cNvPr>
          <p:cNvSpPr/>
          <p:nvPr/>
        </p:nvSpPr>
        <p:spPr>
          <a:xfrm>
            <a:off x="5657169" y="2088837"/>
            <a:ext cx="45719" cy="457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49A42616-2138-8B3F-44BD-B43DFD41B1DB}"/>
              </a:ext>
            </a:extLst>
          </p:cNvPr>
          <p:cNvSpPr/>
          <p:nvPr/>
        </p:nvSpPr>
        <p:spPr>
          <a:xfrm>
            <a:off x="5439868" y="852111"/>
            <a:ext cx="45719" cy="457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FF875675-D564-3CBA-60D0-3C55E4BBECAD}"/>
              </a:ext>
            </a:extLst>
          </p:cNvPr>
          <p:cNvSpPr/>
          <p:nvPr/>
        </p:nvSpPr>
        <p:spPr>
          <a:xfrm>
            <a:off x="5905352" y="785969"/>
            <a:ext cx="45719" cy="457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43230265-BC31-95CB-1443-8DCCE6D6A925}"/>
                  </a:ext>
                </a:extLst>
              </p:cNvPr>
              <p:cNvSpPr txBox="1"/>
              <p:nvPr/>
            </p:nvSpPr>
            <p:spPr>
              <a:xfrm>
                <a:off x="7509418" y="74121"/>
                <a:ext cx="3888631" cy="61157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sSub>
                            <m:sSubPr>
                              <m:ctrlPr>
                                <a:rPr lang="en-GB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e>
                      </m:func>
                      <m:r>
                        <a:rPr lang="en-GB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GB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</m:num>
                        <m:den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𝐴𝐵</m:t>
                          </m:r>
                        </m:den>
                      </m:f>
                      <m:r>
                        <a:rPr lang="en-GB" i="0">
                          <a:latin typeface="Cambria Math" panose="02040503050406030204" pitchFamily="18" charset="0"/>
                        </a:rPr>
                        <m:t>      </m:t>
                      </m:r>
                      <m:r>
                        <a:rPr lang="en-GB" i="0" smtClean="0">
                          <a:latin typeface="Cambria Math" panose="02040503050406030204" pitchFamily="18" charset="0"/>
                        </a:rPr>
                        <m:t>∴    </m:t>
                      </m:r>
                      <m:r>
                        <a:rPr lang="en-GB" i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𝐴𝐵</m:t>
                      </m:r>
                      <m:r>
                        <a:rPr lang="en-GB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GB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</m:num>
                        <m:den>
                          <m:func>
                            <m:func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i="0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GB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sub>
                              </m:sSub>
                            </m:e>
                          </m:func>
                        </m:den>
                      </m:f>
                      <m:r>
                        <a:rPr lang="en-GB" i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43230265-BC31-95CB-1443-8DCCE6D6A9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9418" y="74121"/>
                <a:ext cx="3888631" cy="611578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2FB2B0B4-46E2-4A1B-B01F-87485D61CAF3}"/>
                  </a:ext>
                </a:extLst>
              </p:cNvPr>
              <p:cNvSpPr txBox="1"/>
              <p:nvPr/>
            </p:nvSpPr>
            <p:spPr>
              <a:xfrm>
                <a:off x="7261983" y="604386"/>
                <a:ext cx="4375015" cy="61157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sSub>
                            <m:sSubPr>
                              <m:ctrlPr>
                                <a:rPr lang="en-GB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e>
                      </m:func>
                      <m:r>
                        <a:rPr lang="en-GB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GB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sub>
                          </m:sSub>
                        </m:num>
                        <m:den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𝐶𝐷</m:t>
                          </m:r>
                        </m:den>
                      </m:f>
                      <m:r>
                        <a:rPr lang="en-GB" i="0">
                          <a:latin typeface="Cambria Math" panose="02040503050406030204" pitchFamily="18" charset="0"/>
                        </a:rPr>
                        <m:t>      ∴      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𝐶𝐷</m:t>
                      </m:r>
                      <m:r>
                        <a:rPr lang="en-GB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GB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sub>
                          </m:sSub>
                        </m:num>
                        <m:den>
                          <m:func>
                            <m:func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i="0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GB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sub>
                              </m:sSub>
                            </m:e>
                          </m:func>
                        </m:den>
                      </m:f>
                      <m:r>
                        <a:rPr lang="en-GB" i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2FB2B0B4-46E2-4A1B-B01F-87485D61CA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61983" y="604386"/>
                <a:ext cx="4375015" cy="611578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8F6CD379-9226-A52F-C958-10591FB68337}"/>
                  </a:ext>
                </a:extLst>
              </p:cNvPr>
              <p:cNvSpPr txBox="1"/>
              <p:nvPr/>
            </p:nvSpPr>
            <p:spPr>
              <a:xfrm>
                <a:off x="7509418" y="1170002"/>
                <a:ext cx="4020927" cy="6127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>
                              <a:latin typeface="Cambria Math" panose="02040503050406030204" pitchFamily="18" charset="0"/>
                            </a:rPr>
                            <m:t>sen</m:t>
                          </m:r>
                        </m:fName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</m:func>
                      <m:r>
                        <a:rPr lang="en-GB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𝐴𝐸</m:t>
                          </m:r>
                        </m:num>
                        <m:den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en-GB" i="0">
                          <a:latin typeface="Cambria Math" panose="02040503050406030204" pitchFamily="18" charset="0"/>
                        </a:rPr>
                        <m:t>      ∴      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𝐴𝐸</m:t>
                      </m:r>
                      <m:r>
                        <a:rPr lang="en-GB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𝑠𝑒𝑛</m:t>
                      </m:r>
                      <m:r>
                        <a:rPr lang="en-GB" i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8F6CD379-9226-A52F-C958-10591FB683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9418" y="1170002"/>
                <a:ext cx="4020927" cy="61273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FA43C623-E6AD-3EDE-F416-2DA78ABEA36F}"/>
                  </a:ext>
                </a:extLst>
              </p:cNvPr>
              <p:cNvSpPr txBox="1"/>
              <p:nvPr/>
            </p:nvSpPr>
            <p:spPr>
              <a:xfrm>
                <a:off x="7045044" y="1684626"/>
                <a:ext cx="4960376" cy="65954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>
                              <a:latin typeface="Cambria Math" panose="02040503050406030204" pitchFamily="18" charset="0"/>
                            </a:rPr>
                            <m:t>tan</m:t>
                          </m:r>
                        </m:fName>
                        <m:e>
                          <m:sSub>
                            <m:sSubPr>
                              <m:ctrlPr>
                                <a:rPr lang="en-GB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e>
                      </m:func>
                      <m:r>
                        <a:rPr lang="en-GB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𝐺𝐷</m:t>
                          </m:r>
                        </m:num>
                        <m:den>
                          <m:sSub>
                            <m:sSubPr>
                              <m:ctrlPr>
                                <a:rPr lang="en-GB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sub>
                          </m:sSub>
                        </m:den>
                      </m:f>
                      <m:r>
                        <a:rPr lang="en-GB" i="0">
                          <a:latin typeface="Cambria Math" panose="02040503050406030204" pitchFamily="18" charset="0"/>
                        </a:rPr>
                        <m:t>       ∴      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𝐺𝐷</m:t>
                      </m:r>
                      <m:r>
                        <a:rPr lang="en-GB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r>
                        <a:rPr lang="en-GB" i="0">
                          <a:latin typeface="Cambria Math" panose="02040503050406030204" pitchFamily="18" charset="0"/>
                        </a:rPr>
                        <m:t>.</m:t>
                      </m:r>
                      <m:func>
                        <m:func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i="0">
                              <a:latin typeface="Cambria Math" panose="02040503050406030204" pitchFamily="18" charset="0"/>
                            </a:rPr>
                            <m:t>tan</m:t>
                          </m:r>
                        </m:fName>
                        <m:e>
                          <m:sSub>
                            <m:sSubPr>
                              <m:ctrlPr>
                                <a:rPr lang="en-GB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e>
                      </m:func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FA43C623-E6AD-3EDE-F416-2DA78ABEA3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45044" y="1684626"/>
                <a:ext cx="4960376" cy="659540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8FD5B440-A56B-89B1-49B3-6D286BE620A6}"/>
                  </a:ext>
                </a:extLst>
              </p:cNvPr>
              <p:cNvSpPr txBox="1"/>
              <p:nvPr/>
            </p:nvSpPr>
            <p:spPr>
              <a:xfrm>
                <a:off x="7479769" y="2450349"/>
                <a:ext cx="368651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r>
                        <a:rPr lang="en-GB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GB" i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𝐴𝐸</m:t>
                      </m:r>
                      <m:r>
                        <a:rPr lang="en-GB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GB" i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𝑠𝑒𝑛</m:t>
                      </m:r>
                      <m:r>
                        <a:rPr lang="en-GB" i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8FD5B440-A56B-89B1-49B3-6D286BE620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79769" y="2450349"/>
                <a:ext cx="3686519" cy="369332"/>
              </a:xfrm>
              <a:prstGeom prst="rect">
                <a:avLst/>
              </a:prstGeom>
              <a:blipFill>
                <a:blip r:embed="rId18"/>
                <a:stretch>
                  <a:fillRect b="-1290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B00294F7-9D78-DE47-060B-CA7E7ADB77C5}"/>
                  </a:ext>
                </a:extLst>
              </p:cNvPr>
              <p:cNvSpPr txBox="1"/>
              <p:nvPr/>
            </p:nvSpPr>
            <p:spPr>
              <a:xfrm>
                <a:off x="6863695" y="3037681"/>
                <a:ext cx="4779523" cy="61350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smtClean="0">
                          <a:latin typeface="Cambria Math" panose="02040503050406030204" pitchFamily="18" charset="0"/>
                        </a:rPr>
                        <m:t>𝐶𝐷</m:t>
                      </m:r>
                      <m:r>
                        <a:rPr lang="en-GB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GB" i="1" smtClean="0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sub>
                          </m:sSub>
                        </m:num>
                        <m:den>
                          <m:func>
                            <m:func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i="0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GB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sub>
                              </m:sSub>
                            </m:e>
                          </m:func>
                        </m:den>
                      </m:f>
                      <m:r>
                        <a:rPr lang="en-GB" i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GB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GB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  <m:r>
                            <a:rPr lang="en-GB" i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i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𝑠𝑒𝑛</m:t>
                          </m:r>
                          <m:r>
                            <a:rPr lang="en-GB" i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𝛼</m:t>
                          </m:r>
                        </m:num>
                        <m:den>
                          <m:func>
                            <m:func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i="0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GB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sub>
                              </m:sSub>
                            </m:e>
                          </m:func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B00294F7-9D78-DE47-060B-CA7E7ADB77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63695" y="3037681"/>
                <a:ext cx="4779523" cy="613501"/>
              </a:xfrm>
              <a:prstGeom prst="rect">
                <a:avLst/>
              </a:prstGeom>
              <a:blipFill>
                <a:blip r:embed="rId19"/>
                <a:stretch>
                  <a:fillRect t="-816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FCBA20FD-FF03-B287-41B3-4B4CBF763781}"/>
                  </a:ext>
                </a:extLst>
              </p:cNvPr>
              <p:cNvSpPr txBox="1"/>
              <p:nvPr/>
            </p:nvSpPr>
            <p:spPr>
              <a:xfrm>
                <a:off x="7577046" y="3757365"/>
                <a:ext cx="4116147" cy="61087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</m:func>
                      <m:r>
                        <a:rPr lang="en-GB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𝐸𝐷</m:t>
                          </m:r>
                        </m:num>
                        <m:den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en-GB" i="0">
                          <a:latin typeface="Cambria Math" panose="02040503050406030204" pitchFamily="18" charset="0"/>
                        </a:rPr>
                        <m:t>        ∴        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𝐸𝐷</m:t>
                      </m:r>
                      <m:r>
                        <a:rPr lang="en-GB" i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i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𝑐𝑜𝑠</m:t>
                          </m:r>
                        </m:fName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GB" i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func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FCBA20FD-FF03-B287-41B3-4B4CBF7637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77046" y="3757365"/>
                <a:ext cx="4116147" cy="610873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4F8E7AEA-A571-9C8C-A65E-4AE188310091}"/>
                  </a:ext>
                </a:extLst>
              </p:cNvPr>
              <p:cNvSpPr txBox="1"/>
              <p:nvPr/>
            </p:nvSpPr>
            <p:spPr>
              <a:xfrm>
                <a:off x="7235083" y="4490940"/>
                <a:ext cx="4899243" cy="65768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>
                              <a:latin typeface="Cambria Math" panose="02040503050406030204" pitchFamily="18" charset="0"/>
                            </a:rPr>
                            <m:t>tan</m:t>
                          </m:r>
                        </m:fName>
                        <m:e>
                          <m:sSub>
                            <m:sSubPr>
                              <m:ctrlPr>
                                <a:rPr lang="en-GB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e>
                      </m:func>
                      <m:r>
                        <a:rPr lang="en-GB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𝐹𝐵</m:t>
                          </m:r>
                        </m:num>
                        <m:den>
                          <m:sSub>
                            <m:sSubPr>
                              <m:ctrlPr>
                                <a:rPr lang="en-GB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pt-BR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</m:den>
                      </m:f>
                      <m:r>
                        <a:rPr lang="en-GB" i="0">
                          <a:latin typeface="Cambria Math" panose="02040503050406030204" pitchFamily="18" charset="0"/>
                        </a:rPr>
                        <m:t>        ∴        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𝐹𝐵</m:t>
                      </m:r>
                      <m:r>
                        <a:rPr lang="en-GB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GB" i="0">
                          <a:latin typeface="Cambria Math" panose="02040503050406030204" pitchFamily="18" charset="0"/>
                        </a:rPr>
                        <m:t>.</m:t>
                      </m:r>
                      <m:func>
                        <m:func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i="0">
                              <a:latin typeface="Cambria Math" panose="02040503050406030204" pitchFamily="18" charset="0"/>
                            </a:rPr>
                            <m:t>tan</m:t>
                          </m:r>
                        </m:fName>
                        <m:e>
                          <m:sSub>
                            <m:sSubPr>
                              <m:ctrlPr>
                                <a:rPr lang="en-GB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e>
                      </m:func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4F8E7AEA-A571-9C8C-A65E-4AE1883100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5083" y="4490940"/>
                <a:ext cx="4899243" cy="657681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7D735C5F-E5B8-9948-20DB-500C0581E1C0}"/>
                  </a:ext>
                </a:extLst>
              </p:cNvPr>
              <p:cNvSpPr txBox="1"/>
              <p:nvPr/>
            </p:nvSpPr>
            <p:spPr>
              <a:xfrm>
                <a:off x="574892" y="5431987"/>
                <a:ext cx="6332706" cy="65954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>
                              <a:latin typeface="Cambria Math" panose="02040503050406030204" pitchFamily="18" charset="0"/>
                            </a:rPr>
                            <m:t>tan</m:t>
                          </m:r>
                        </m:fName>
                        <m:e>
                          <m:sSub>
                            <m:sSubPr>
                              <m:ctrlPr>
                                <a:rPr lang="en-GB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e>
                      </m:func>
                      <m:r>
                        <a:rPr lang="en-GB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𝐺𝐷</m:t>
                          </m:r>
                        </m:num>
                        <m:den>
                          <m:sSub>
                            <m:sSubPr>
                              <m:ctrlPr>
                                <a:rPr lang="en-GB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sub>
                          </m:sSub>
                        </m:den>
                      </m:f>
                      <m:r>
                        <a:rPr lang="en-GB" i="0">
                          <a:latin typeface="Cambria Math" panose="02040503050406030204" pitchFamily="18" charset="0"/>
                        </a:rPr>
                        <m:t>   ∴    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𝐺𝐷</m:t>
                      </m:r>
                      <m:r>
                        <a:rPr lang="en-GB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r>
                        <a:rPr lang="en-GB" i="0">
                          <a:latin typeface="Cambria Math" panose="02040503050406030204" pitchFamily="18" charset="0"/>
                        </a:rPr>
                        <m:t>.</m:t>
                      </m:r>
                      <m:func>
                        <m:func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i="0">
                              <a:latin typeface="Cambria Math" panose="02040503050406030204" pitchFamily="18" charset="0"/>
                            </a:rPr>
                            <m:t>tan</m:t>
                          </m:r>
                        </m:fName>
                        <m:e>
                          <m:sSub>
                            <m:sSubPr>
                              <m:ctrlPr>
                                <a:rPr lang="en-GB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  <m:r>
                            <a:rPr lang="en-GB" i="0">
                              <a:latin typeface="Cambria Math" panose="02040503050406030204" pitchFamily="18" charset="0"/>
                            </a:rPr>
                            <m:t>=</m:t>
                          </m:r>
                        </m:e>
                      </m:func>
                      <m:r>
                        <a:rPr lang="en-GB" i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GB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endChr m:val=""/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d>
                        </m:e>
                        <m: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GB" i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𝑠𝑒𝑛</m:t>
                      </m:r>
                      <m:r>
                        <a:rPr lang="en-GB" i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𝛼</m:t>
                      </m:r>
                      <m:func>
                        <m:func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GB" b="0" i="0" smtClean="0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en-GB" i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m:rPr>
                              <m:sty m:val="p"/>
                            </m:rPr>
                            <a:rPr lang="en-GB" i="0">
                              <a:latin typeface="Cambria Math" panose="02040503050406030204" pitchFamily="18" charset="0"/>
                            </a:rPr>
                            <m:t>tan</m:t>
                          </m:r>
                        </m:fName>
                        <m:e>
                          <m:sSub>
                            <m:sSubPr>
                              <m:ctrlPr>
                                <a:rPr lang="en-GB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e>
                      </m:func>
                      <m:r>
                        <a:rPr lang="en-GB" i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7D735C5F-E5B8-9948-20DB-500C0581E1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4892" y="5431987"/>
                <a:ext cx="6332706" cy="659540"/>
              </a:xfrm>
              <a:prstGeom prst="rect">
                <a:avLst/>
              </a:prstGeom>
              <a:blipFill>
                <a:blip r:embed="rId22"/>
                <a:stretch>
                  <a:fillRect t="-45283" b="-8113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3490B394-E53F-05AA-3493-F6A00E0D7D5A}"/>
                  </a:ext>
                </a:extLst>
              </p:cNvPr>
              <p:cNvSpPr txBox="1"/>
              <p:nvPr/>
            </p:nvSpPr>
            <p:spPr>
              <a:xfrm>
                <a:off x="1215034" y="5056604"/>
                <a:ext cx="633270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smtClean="0">
                          <a:latin typeface="Cambria Math" panose="02040503050406030204" pitchFamily="18" charset="0"/>
                        </a:rPr>
                        <m:t>𝐵𝐶</m:t>
                      </m:r>
                      <m:r>
                        <a:rPr lang="en-GB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𝐸𝐷</m:t>
                      </m:r>
                      <m:r>
                        <a:rPr lang="en-GB" i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𝐹𝐵</m:t>
                      </m:r>
                      <m:r>
                        <a:rPr lang="en-GB" i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𝐺𝐷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3490B394-E53F-05AA-3493-F6A00E0D7D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5034" y="5056604"/>
                <a:ext cx="6332706" cy="369332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8C8CC86E-B3FF-1ADC-976B-904548ECB1BF}"/>
                  </a:ext>
                </a:extLst>
              </p:cNvPr>
              <p:cNvSpPr txBox="1"/>
              <p:nvPr/>
            </p:nvSpPr>
            <p:spPr>
              <a:xfrm>
                <a:off x="-155744" y="4447488"/>
                <a:ext cx="6332706" cy="6580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𝑟𝑒𝑓𝑟𝑎</m:t>
                          </m:r>
                          <m:r>
                            <a:rPr lang="en-GB" i="0">
                              <a:latin typeface="Cambria Math" panose="02040503050406030204" pitchFamily="18" charset="0"/>
                            </a:rPr>
                            <m:t>çã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r>
                        <a:rPr lang="en-GB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r>
                        <a:rPr lang="en-GB" i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  <m:r>
                        <a:rPr lang="en-GB" i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m:rPr>
                          <m:nor/>
                        </m:rPr>
                        <a:rPr lang="pt-BR"/>
                        <m:t>= </m:t>
                      </m:r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𝐴𝐵</m:t>
                          </m:r>
                        </m:num>
                        <m:den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pt-BR" i="1">
                          <a:latin typeface="Cambria Math" panose="02040503050406030204" pitchFamily="18" charset="0"/>
                        </a:rPr>
                        <m:t> + </m:t>
                      </m:r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𝐵𝐶</m:t>
                          </m:r>
                        </m:num>
                        <m:den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pt-BR" i="1">
                          <a:latin typeface="Cambria Math" panose="02040503050406030204" pitchFamily="18" charset="0"/>
                        </a:rPr>
                        <m:t> + </m:t>
                      </m:r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𝐶𝐷</m:t>
                          </m:r>
                        </m:num>
                        <m:den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8C8CC86E-B3FF-1ADC-976B-904548ECB1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55744" y="4447488"/>
                <a:ext cx="6332706" cy="658065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A04E5324-DFF6-7A40-8A74-0EFCEB94120B}"/>
                  </a:ext>
                </a:extLst>
              </p:cNvPr>
              <p:cNvSpPr txBox="1"/>
              <p:nvPr/>
            </p:nvSpPr>
            <p:spPr>
              <a:xfrm>
                <a:off x="-830064" y="6082140"/>
                <a:ext cx="11483907" cy="6667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𝑟𝑒𝑓𝑟𝑎</m:t>
                          </m:r>
                          <m:r>
                            <a:rPr lang="en-GB" i="0">
                              <a:latin typeface="Cambria Math" panose="02040503050406030204" pitchFamily="18" charset="0"/>
                            </a:rPr>
                            <m:t>çã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r>
                        <a:rPr lang="en-GB" i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GB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GB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</m:num>
                        <m:den>
                          <m:func>
                            <m:func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GB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GB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GB" i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𝑐𝑜𝑠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GB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sub>
                              </m:sSub>
                            </m:e>
                          </m:func>
                        </m:den>
                      </m:f>
                      <m:r>
                        <a:rPr lang="pt-BR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𝑐𝑜𝑠</m:t>
                              </m:r>
                            </m:fName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func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.</m:t>
                          </m:r>
                          <m:func>
                            <m:func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𝑡𝑎𝑛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sub>
                              </m:sSub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</m:e>
                          </m:func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𝑠𝑒𝑛</m:t>
                          </m:r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)</m:t>
                          </m:r>
                          <m:func>
                            <m:func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𝑡𝑎𝑛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sub>
                              </m:sSub>
                            </m:e>
                          </m:func>
                        </m:num>
                        <m:den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pt-BR" sz="1800" i="1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+</m:t>
                      </m:r>
                      <m:f>
                        <m:fPr>
                          <m:ctrlPr>
                            <a:rPr lang="en-GB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GB" i="1"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pt-BR" sz="1800" b="0" i="1" smtClean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𝑠</m:t>
                              </m:r>
                            </m:sub>
                          </m:sSub>
                          <m:r>
                            <a:rPr lang="pt-BR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pt-BR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  <m:r>
                            <a:rPr lang="pt-BR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.</m:t>
                          </m:r>
                          <m:r>
                            <a:rPr lang="pt-BR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𝑠𝑒𝑛</m:t>
                          </m:r>
                          <m:r>
                            <a:rPr lang="pt-BR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a:rPr lang="pt-BR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𝛼</m:t>
                          </m:r>
                        </m:num>
                        <m:den>
                          <m:func>
                            <m:funcPr>
                              <m:ctrlPr>
                                <a:rPr lang="en-GB" i="1"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GB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18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pt-BR" sz="18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pt-BR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.</m:t>
                              </m:r>
                              <m:r>
                                <a:rPr lang="pt-BR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𝑐𝑜𝑠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GB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18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pt-BR" sz="18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𝑐</m:t>
                                  </m:r>
                                </m:sub>
                              </m:sSub>
                            </m:e>
                          </m:func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A04E5324-DFF6-7A40-8A74-0EFCEB9412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830064" y="6082140"/>
                <a:ext cx="11483907" cy="666721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724A2770-9356-0114-239D-97BB71CBCB59}"/>
              </a:ext>
            </a:extLst>
          </p:cNvPr>
          <p:cNvSpPr txBox="1"/>
          <p:nvPr/>
        </p:nvSpPr>
        <p:spPr>
          <a:xfrm>
            <a:off x="10365252" y="5181894"/>
            <a:ext cx="170582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800" i="1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These</a:t>
            </a:r>
            <a:r>
              <a:rPr lang="pt-BR" sz="800" i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slides</a:t>
            </a:r>
            <a:r>
              <a:rPr lang="pt-BR" sz="800" i="1" dirty="0"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pt-BR" sz="800" i="1" dirty="0" err="1">
                <a:latin typeface="Arial" panose="020B0604020202020204" pitchFamily="34" charset="0"/>
                <a:ea typeface="Times New Roman" panose="02020603050405020304" pitchFamily="18" charset="0"/>
              </a:rPr>
              <a:t>were</a:t>
            </a:r>
            <a:r>
              <a:rPr lang="pt-BR" sz="800" i="1" dirty="0"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pt-BR" sz="800" i="1" dirty="0" err="1">
                <a:latin typeface="Arial" panose="020B0604020202020204" pitchFamily="34" charset="0"/>
                <a:ea typeface="Times New Roman" panose="02020603050405020304" pitchFamily="18" charset="0"/>
              </a:rPr>
              <a:t>prepared</a:t>
            </a:r>
            <a:r>
              <a:rPr lang="pt-BR" sz="800" i="1" dirty="0"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pt-BR" sz="800" i="1" dirty="0" err="1">
                <a:latin typeface="Arial" panose="020B0604020202020204" pitchFamily="34" charset="0"/>
                <a:ea typeface="Times New Roman" panose="02020603050405020304" pitchFamily="18" charset="0"/>
              </a:rPr>
              <a:t>to</a:t>
            </a:r>
            <a:r>
              <a:rPr lang="pt-BR" sz="800" i="1" dirty="0"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pt-BR" sz="800" i="1" dirty="0" err="1">
                <a:latin typeface="Arial" panose="020B0604020202020204" pitchFamily="34" charset="0"/>
                <a:ea typeface="Times New Roman" panose="02020603050405020304" pitchFamily="18" charset="0"/>
              </a:rPr>
              <a:t>be</a:t>
            </a:r>
            <a:r>
              <a:rPr lang="pt-BR" sz="800" i="1" dirty="0"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pt-BR" sz="800" i="1" dirty="0" err="1">
                <a:latin typeface="Arial" panose="020B0604020202020204" pitchFamily="34" charset="0"/>
                <a:ea typeface="Times New Roman" panose="02020603050405020304" pitchFamily="18" charset="0"/>
              </a:rPr>
              <a:t>published</a:t>
            </a:r>
            <a:r>
              <a:rPr lang="pt-BR" sz="800" i="1" dirty="0">
                <a:latin typeface="Arial" panose="020B0604020202020204" pitchFamily="34" charset="0"/>
                <a:ea typeface="Times New Roman" panose="02020603050405020304" pitchFamily="18" charset="0"/>
              </a:rPr>
              <a:t> in </a:t>
            </a:r>
            <a:r>
              <a:rPr lang="pt-BR" sz="800" i="1" dirty="0" err="1">
                <a:latin typeface="Arial" panose="020B0604020202020204" pitchFamily="34" charset="0"/>
                <a:ea typeface="Times New Roman" panose="02020603050405020304" pitchFamily="18" charset="0"/>
              </a:rPr>
              <a:t>BrJG</a:t>
            </a:r>
            <a:r>
              <a:rPr lang="pt-BR" sz="800" i="1" dirty="0">
                <a:latin typeface="Arial" panose="020B0604020202020204" pitchFamily="34" charset="0"/>
                <a:ea typeface="Times New Roman" panose="02020603050405020304" pitchFamily="18" charset="0"/>
              </a:rPr>
              <a:t>, </a:t>
            </a:r>
            <a:r>
              <a:rPr lang="pt-BR" sz="800" i="1" dirty="0" err="1">
                <a:latin typeface="Arial" panose="020B0604020202020204" pitchFamily="34" charset="0"/>
                <a:ea typeface="Times New Roman" panose="02020603050405020304" pitchFamily="18" charset="0"/>
              </a:rPr>
              <a:t>Brazilian</a:t>
            </a:r>
            <a:r>
              <a:rPr lang="pt-BR" sz="800" i="1" dirty="0"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pt-BR" sz="800" i="1" dirty="0" err="1">
                <a:latin typeface="Arial" panose="020B0604020202020204" pitchFamily="34" charset="0"/>
                <a:ea typeface="Times New Roman" panose="02020603050405020304" pitchFamily="18" charset="0"/>
              </a:rPr>
              <a:t>Journal</a:t>
            </a:r>
            <a:r>
              <a:rPr lang="pt-BR" sz="800" i="1" dirty="0"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pt-BR" sz="800" i="1" dirty="0" err="1">
                <a:latin typeface="Arial" panose="020B0604020202020204" pitchFamily="34" charset="0"/>
                <a:ea typeface="Times New Roman" panose="02020603050405020304" pitchFamily="18" charset="0"/>
              </a:rPr>
              <a:t>of</a:t>
            </a:r>
            <a:r>
              <a:rPr lang="pt-BR" sz="800" i="1" dirty="0"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pt-BR" sz="800" i="1" dirty="0" err="1">
                <a:latin typeface="Arial" panose="020B0604020202020204" pitchFamily="34" charset="0"/>
                <a:ea typeface="Times New Roman" panose="02020603050405020304" pitchFamily="18" charset="0"/>
              </a:rPr>
              <a:t>Geophysics</a:t>
            </a:r>
            <a:r>
              <a:rPr lang="pt-BR" sz="800" i="1" dirty="0">
                <a:latin typeface="Arial" panose="020B0604020202020204" pitchFamily="34" charset="0"/>
                <a:ea typeface="Times New Roman" panose="02020603050405020304" pitchFamily="18" charset="0"/>
              </a:rPr>
              <a:t> in </a:t>
            </a:r>
            <a:r>
              <a:rPr lang="pt-BR" sz="800" i="1" dirty="0" err="1">
                <a:latin typeface="Arial" panose="020B0604020202020204" pitchFamily="34" charset="0"/>
                <a:ea typeface="Times New Roman" panose="02020603050405020304" pitchFamily="18" charset="0"/>
              </a:rPr>
              <a:t>September</a:t>
            </a:r>
            <a:r>
              <a:rPr lang="pt-BR" sz="800" i="1" dirty="0">
                <a:latin typeface="Arial" panose="020B0604020202020204" pitchFamily="34" charset="0"/>
                <a:ea typeface="Times New Roman" panose="02020603050405020304" pitchFamily="18" charset="0"/>
              </a:rPr>
              <a:t> 2026. They </a:t>
            </a:r>
            <a:r>
              <a:rPr lang="pt-BR" sz="800" i="1" dirty="0" err="1">
                <a:latin typeface="Arial" panose="020B0604020202020204" pitchFamily="34" charset="0"/>
                <a:ea typeface="Times New Roman" panose="02020603050405020304" pitchFamily="18" charset="0"/>
              </a:rPr>
              <a:t>can</a:t>
            </a:r>
            <a:r>
              <a:rPr lang="pt-BR" sz="800" i="1" dirty="0"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pt-BR" sz="800" i="1" dirty="0" err="1">
                <a:latin typeface="Arial" panose="020B0604020202020204" pitchFamily="34" charset="0"/>
                <a:ea typeface="Times New Roman" panose="02020603050405020304" pitchFamily="18" charset="0"/>
              </a:rPr>
              <a:t>be</a:t>
            </a:r>
            <a:r>
              <a:rPr lang="pt-BR" sz="800" i="1" dirty="0"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pt-BR" sz="800" i="1" dirty="0" err="1">
                <a:latin typeface="Arial" panose="020B0604020202020204" pitchFamily="34" charset="0"/>
                <a:ea typeface="Times New Roman" panose="02020603050405020304" pitchFamily="18" charset="0"/>
              </a:rPr>
              <a:t>widely</a:t>
            </a:r>
            <a:r>
              <a:rPr lang="pt-BR" sz="800" i="1" dirty="0"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pt-BR" sz="800" i="1" dirty="0" err="1">
                <a:latin typeface="Arial" panose="020B0604020202020204" pitchFamily="34" charset="0"/>
                <a:ea typeface="Times New Roman" panose="02020603050405020304" pitchFamily="18" charset="0"/>
              </a:rPr>
              <a:t>used</a:t>
            </a:r>
            <a:r>
              <a:rPr lang="pt-BR" sz="800" i="1" dirty="0">
                <a:latin typeface="Arial" panose="020B0604020202020204" pitchFamily="34" charset="0"/>
                <a:ea typeface="Times New Roman" panose="02020603050405020304" pitchFamily="18" charset="0"/>
              </a:rPr>
              <a:t> in </a:t>
            </a:r>
            <a:r>
              <a:rPr lang="pt-BR" sz="800" i="1" dirty="0" err="1">
                <a:latin typeface="Arial" panose="020B0604020202020204" pitchFamily="34" charset="0"/>
                <a:ea typeface="Times New Roman" panose="02020603050405020304" pitchFamily="18" charset="0"/>
              </a:rPr>
              <a:t>lectures</a:t>
            </a:r>
            <a:r>
              <a:rPr lang="pt-BR" sz="800" i="1" dirty="0"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pt-BR" sz="800" i="1" dirty="0" err="1">
                <a:latin typeface="Arial" panose="020B0604020202020204" pitchFamily="34" charset="0"/>
                <a:ea typeface="Times New Roman" panose="02020603050405020304" pitchFamily="18" charset="0"/>
              </a:rPr>
              <a:t>and</a:t>
            </a:r>
            <a:r>
              <a:rPr lang="pt-BR" sz="800" i="1" dirty="0"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pt-BR" sz="800" i="1" dirty="0" err="1">
                <a:latin typeface="Arial" panose="020B0604020202020204" pitchFamily="34" charset="0"/>
                <a:ea typeface="Times New Roman" panose="02020603050405020304" pitchFamily="18" charset="0"/>
              </a:rPr>
              <a:t>courses</a:t>
            </a:r>
            <a:r>
              <a:rPr lang="pt-BR" sz="800" i="1" dirty="0">
                <a:latin typeface="Arial" panose="020B0604020202020204" pitchFamily="34" charset="0"/>
                <a:ea typeface="Times New Roman" panose="02020603050405020304" pitchFamily="18" charset="0"/>
              </a:rPr>
              <a:t>.</a:t>
            </a:r>
            <a:endParaRPr lang="en-GB" dirty="0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F9760544-8B0D-CC40-69DB-012674B964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96522" y="6012891"/>
            <a:ext cx="1243285" cy="4380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6289942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" grpId="0"/>
      <p:bldP spid="53" grpId="0"/>
      <p:bldP spid="24" grpId="0"/>
      <p:bldP spid="22" grpId="0" animBg="1"/>
      <p:bldP spid="25" grpId="0" animBg="1"/>
      <p:bldP spid="26" grpId="0"/>
      <p:bldP spid="27" grpId="0" animBg="1"/>
      <p:bldP spid="28" grpId="0" animBg="1"/>
      <p:bldP spid="30" grpId="0" animBg="1"/>
      <p:bldP spid="32" grpId="0" animBg="1"/>
      <p:bldP spid="35" grpId="0" animBg="1"/>
      <p:bldP spid="48" grpId="0" animBg="1"/>
      <p:bldP spid="51" grpId="0" animBg="1"/>
      <p:bldP spid="63" grpId="0" animBg="1"/>
      <p:bldP spid="39" grpId="0" animBg="1"/>
      <p:bldP spid="40" grpId="0" animBg="1"/>
      <p:bldP spid="4" grpId="0"/>
      <p:bldP spid="55" grpId="0"/>
      <p:bldP spid="56" grpId="0"/>
      <p:bldP spid="57" grpId="0"/>
      <p:bldP spid="59" grpId="0"/>
      <p:bldP spid="61" grpId="0" animBg="1"/>
      <p:bldP spid="62" grpId="0"/>
      <p:bldP spid="38" grpId="0" animBg="1"/>
      <p:bldP spid="42" grpId="0" animBg="1"/>
      <p:bldP spid="45" grpId="0" animBg="1"/>
      <p:bldP spid="52" grpId="0" animBg="1"/>
      <p:bldP spid="66" grpId="0"/>
      <p:bldP spid="67" grpId="0"/>
      <p:bldP spid="68" grpId="0"/>
      <p:bldP spid="69" grpId="0"/>
      <p:bldP spid="70" grpId="0"/>
      <p:bldP spid="71" grpId="0"/>
      <p:bldP spid="72" grpId="0"/>
      <p:bldP spid="73" grpId="0"/>
      <p:bldP spid="74" grpId="0"/>
      <p:bldP spid="75" grpId="0"/>
      <p:bldP spid="76" grpId="0"/>
      <p:bldP spid="7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TextBox 80">
            <a:extLst>
              <a:ext uri="{FF2B5EF4-FFF2-40B4-BE49-F238E27FC236}">
                <a16:creationId xmlns:a16="http://schemas.microsoft.com/office/drawing/2014/main" id="{1358B9CE-79EE-4599-AF79-B0B917B8367C}"/>
              </a:ext>
            </a:extLst>
          </p:cNvPr>
          <p:cNvSpPr txBox="1"/>
          <p:nvPr/>
        </p:nvSpPr>
        <p:spPr>
          <a:xfrm>
            <a:off x="3879459" y="1260839"/>
            <a:ext cx="5191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m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5B1BD47-0281-44D6-8983-A3251CB97722}"/>
              </a:ext>
            </a:extLst>
          </p:cNvPr>
          <p:cNvSpPr/>
          <p:nvPr/>
        </p:nvSpPr>
        <p:spPr>
          <a:xfrm>
            <a:off x="1894358" y="1335036"/>
            <a:ext cx="7803055" cy="4000045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Isosceles Triangle 5">
            <a:extLst>
              <a:ext uri="{FF2B5EF4-FFF2-40B4-BE49-F238E27FC236}">
                <a16:creationId xmlns:a16="http://schemas.microsoft.com/office/drawing/2014/main" id="{233D01E0-A632-42ED-8A55-A8A8BBC982EC}"/>
              </a:ext>
            </a:extLst>
          </p:cNvPr>
          <p:cNvSpPr/>
          <p:nvPr/>
        </p:nvSpPr>
        <p:spPr>
          <a:xfrm rot="10800000">
            <a:off x="5516707" y="1179548"/>
            <a:ext cx="358487" cy="342900"/>
          </a:xfrm>
          <a:prstGeom prst="triangle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Star: 5 Points 4">
            <a:extLst>
              <a:ext uri="{FF2B5EF4-FFF2-40B4-BE49-F238E27FC236}">
                <a16:creationId xmlns:a16="http://schemas.microsoft.com/office/drawing/2014/main" id="{0C49F804-3EA9-41F4-B2C2-8E5A2602A960}"/>
              </a:ext>
            </a:extLst>
          </p:cNvPr>
          <p:cNvSpPr/>
          <p:nvPr/>
        </p:nvSpPr>
        <p:spPr>
          <a:xfrm>
            <a:off x="2321502" y="1132579"/>
            <a:ext cx="358487" cy="342900"/>
          </a:xfrm>
          <a:prstGeom prst="star5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D95642DF-D4C1-4FEF-BB31-E2A739CA3B10}"/>
              </a:ext>
            </a:extLst>
          </p:cNvPr>
          <p:cNvSpPr/>
          <p:nvPr/>
        </p:nvSpPr>
        <p:spPr>
          <a:xfrm>
            <a:off x="7377113" y="3682721"/>
            <a:ext cx="104775" cy="109537"/>
          </a:xfrm>
          <a:prstGeom prst="ellipse">
            <a:avLst/>
          </a:prstGeom>
          <a:solidFill>
            <a:srgbClr val="FFC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n>
                <a:solidFill>
                  <a:sysClr val="windowText" lastClr="000000"/>
                </a:solidFill>
              </a:ln>
              <a:solidFill>
                <a:schemeClr val="tx1"/>
              </a:solidFill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A18C51D7-4E07-48CD-B8B1-DDB7302A0BEF}"/>
              </a:ext>
            </a:extLst>
          </p:cNvPr>
          <p:cNvCxnSpPr>
            <a:cxnSpLocks/>
            <a:stCxn id="5" idx="3"/>
          </p:cNvCxnSpPr>
          <p:nvPr/>
        </p:nvCxnSpPr>
        <p:spPr>
          <a:xfrm>
            <a:off x="2611524" y="1475478"/>
            <a:ext cx="4676158" cy="2207243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CA2DF319-6783-4DC1-96DD-F921FB274E91}"/>
              </a:ext>
            </a:extLst>
          </p:cNvPr>
          <p:cNvCxnSpPr>
            <a:cxnSpLocks/>
            <a:stCxn id="10" idx="1"/>
            <a:endCxn id="6" idx="1"/>
          </p:cNvCxnSpPr>
          <p:nvPr/>
        </p:nvCxnSpPr>
        <p:spPr>
          <a:xfrm flipH="1" flipV="1">
            <a:off x="5785572" y="1350998"/>
            <a:ext cx="1606885" cy="2347764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Oval 21">
            <a:extLst>
              <a:ext uri="{FF2B5EF4-FFF2-40B4-BE49-F238E27FC236}">
                <a16:creationId xmlns:a16="http://schemas.microsoft.com/office/drawing/2014/main" id="{C4CCB5F2-D3DB-4BE6-A616-D8BCB2C6324B}"/>
              </a:ext>
            </a:extLst>
          </p:cNvPr>
          <p:cNvSpPr/>
          <p:nvPr/>
        </p:nvSpPr>
        <p:spPr>
          <a:xfrm>
            <a:off x="4052889" y="1294503"/>
            <a:ext cx="95250" cy="8526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Right Brace 22">
            <a:extLst>
              <a:ext uri="{FF2B5EF4-FFF2-40B4-BE49-F238E27FC236}">
                <a16:creationId xmlns:a16="http://schemas.microsoft.com/office/drawing/2014/main" id="{303E3421-9A3D-4351-97AE-CF847DB9FE34}"/>
              </a:ext>
            </a:extLst>
          </p:cNvPr>
          <p:cNvSpPr/>
          <p:nvPr/>
        </p:nvSpPr>
        <p:spPr>
          <a:xfrm rot="16200000">
            <a:off x="4726783" y="124198"/>
            <a:ext cx="342899" cy="1595437"/>
          </a:xfrm>
          <a:prstGeom prst="rightBrac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1" name="Right Brace 70">
            <a:extLst>
              <a:ext uri="{FF2B5EF4-FFF2-40B4-BE49-F238E27FC236}">
                <a16:creationId xmlns:a16="http://schemas.microsoft.com/office/drawing/2014/main" id="{EF635F98-98DB-48B7-83CA-63CDE32AB350}"/>
              </a:ext>
            </a:extLst>
          </p:cNvPr>
          <p:cNvSpPr/>
          <p:nvPr/>
        </p:nvSpPr>
        <p:spPr>
          <a:xfrm rot="16200000">
            <a:off x="3131346" y="124198"/>
            <a:ext cx="342899" cy="1595437"/>
          </a:xfrm>
          <a:prstGeom prst="rightBrac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919E9462-B182-449B-8CD7-3F15A213B2ED}"/>
              </a:ext>
            </a:extLst>
          </p:cNvPr>
          <p:cNvCxnSpPr/>
          <p:nvPr/>
        </p:nvCxnSpPr>
        <p:spPr>
          <a:xfrm>
            <a:off x="7429500" y="1350997"/>
            <a:ext cx="0" cy="2303030"/>
          </a:xfrm>
          <a:prstGeom prst="straightConnector1">
            <a:avLst/>
          </a:prstGeom>
          <a:ln w="12700">
            <a:headEnd type="triangl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E46E5EAB-37A0-4F35-8232-D08095E7F265}"/>
              </a:ext>
            </a:extLst>
          </p:cNvPr>
          <p:cNvSpPr txBox="1"/>
          <p:nvPr/>
        </p:nvSpPr>
        <p:spPr>
          <a:xfrm>
            <a:off x="3128963" y="282297"/>
            <a:ext cx="5191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h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3FFD87AA-D6A0-4E29-89F4-C9B2A632A5DF}"/>
              </a:ext>
            </a:extLst>
          </p:cNvPr>
          <p:cNvSpPr txBox="1"/>
          <p:nvPr/>
        </p:nvSpPr>
        <p:spPr>
          <a:xfrm>
            <a:off x="4724400" y="278091"/>
            <a:ext cx="5191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h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03F2CE51-14BF-4329-B938-4045D1EA2CD2}"/>
              </a:ext>
            </a:extLst>
          </p:cNvPr>
          <p:cNvSpPr txBox="1"/>
          <p:nvPr/>
        </p:nvSpPr>
        <p:spPr>
          <a:xfrm>
            <a:off x="4052888" y="2368984"/>
            <a:ext cx="6715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Ts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3BEABAA3-468E-4097-BEBF-1A7CF0C041F3}"/>
              </a:ext>
            </a:extLst>
          </p:cNvPr>
          <p:cNvSpPr txBox="1"/>
          <p:nvPr/>
        </p:nvSpPr>
        <p:spPr>
          <a:xfrm>
            <a:off x="6118756" y="1513813"/>
            <a:ext cx="5906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Tr</a:t>
            </a:r>
          </a:p>
        </p:txBody>
      </p: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ECB7AC3C-7890-4B76-83AB-30EDB32C51EB}"/>
              </a:ext>
            </a:extLst>
          </p:cNvPr>
          <p:cNvCxnSpPr>
            <a:cxnSpLocks/>
          </p:cNvCxnSpPr>
          <p:nvPr/>
        </p:nvCxnSpPr>
        <p:spPr>
          <a:xfrm>
            <a:off x="4101445" y="278091"/>
            <a:ext cx="3275668" cy="0"/>
          </a:xfrm>
          <a:prstGeom prst="straightConnector1">
            <a:avLst/>
          </a:prstGeom>
          <a:ln w="127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Oval 93">
            <a:extLst>
              <a:ext uri="{FF2B5EF4-FFF2-40B4-BE49-F238E27FC236}">
                <a16:creationId xmlns:a16="http://schemas.microsoft.com/office/drawing/2014/main" id="{C4D38E43-0B37-499A-8B71-819AC00EAD96}"/>
              </a:ext>
            </a:extLst>
          </p:cNvPr>
          <p:cNvSpPr/>
          <p:nvPr/>
        </p:nvSpPr>
        <p:spPr>
          <a:xfrm>
            <a:off x="7381874" y="1257501"/>
            <a:ext cx="95252" cy="101111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n>
                <a:solidFill>
                  <a:sysClr val="windowText" lastClr="000000"/>
                </a:solidFill>
              </a:ln>
              <a:solidFill>
                <a:srgbClr val="00B050"/>
              </a:solidFill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F1032C2B-F677-44D6-85F9-F293EFF28021}"/>
              </a:ext>
            </a:extLst>
          </p:cNvPr>
          <p:cNvSpPr txBox="1"/>
          <p:nvPr/>
        </p:nvSpPr>
        <p:spPr>
          <a:xfrm>
            <a:off x="7222332" y="3792258"/>
            <a:ext cx="5191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FDF5E797-7C05-44B0-A4F4-E5B6D0E5A2D6}"/>
              </a:ext>
            </a:extLst>
          </p:cNvPr>
          <p:cNvSpPr txBox="1"/>
          <p:nvPr/>
        </p:nvSpPr>
        <p:spPr>
          <a:xfrm>
            <a:off x="5479723" y="-176882"/>
            <a:ext cx="5191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x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D7E42682-4F71-41D3-BCB3-14C3029EF6F6}"/>
              </a:ext>
            </a:extLst>
          </p:cNvPr>
          <p:cNvSpPr txBox="1"/>
          <p:nvPr/>
        </p:nvSpPr>
        <p:spPr>
          <a:xfrm>
            <a:off x="7309080" y="2439436"/>
            <a:ext cx="260947" cy="276999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lIns="0" tIns="0" rIns="0" bIns="0" rtlCol="0">
            <a:spAutoFit/>
          </a:bodyPr>
          <a:lstStyle/>
          <a:p>
            <a:r>
              <a:rPr lang="en-GB" dirty="0">
                <a:latin typeface="Cambria Math" panose="02040503050406030204" pitchFamily="18" charset="0"/>
                <a:ea typeface="Cambria Math" panose="02040503050406030204" pitchFamily="18" charset="0"/>
              </a:rPr>
              <a:t>  </a:t>
            </a:r>
            <a:r>
              <a:rPr lang="en-GB" b="1" i="1" dirty="0">
                <a:latin typeface="Cambria Math" panose="02040503050406030204" pitchFamily="18" charset="0"/>
                <a:ea typeface="Cambria Math" panose="02040503050406030204" pitchFamily="18" charset="0"/>
              </a:rPr>
              <a:t>z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E202B82F-9233-BB96-5FF1-B6BB6E741F94}"/>
                  </a:ext>
                </a:extLst>
              </p:cNvPr>
              <p:cNvSpPr txBox="1"/>
              <p:nvPr/>
            </p:nvSpPr>
            <p:spPr>
              <a:xfrm>
                <a:off x="2611524" y="5803919"/>
                <a:ext cx="6094378" cy="71468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i="0">
                              <a:latin typeface="Cambria Math" panose="02040503050406030204" pitchFamily="18" charset="0"/>
                            </a:rPr>
                            <m:t>difra</m:t>
                          </m:r>
                          <m:r>
                            <a:rPr lang="en-GB" i="0">
                              <a:latin typeface="Cambria Math" panose="02040503050406030204" pitchFamily="18" charset="0"/>
                            </a:rPr>
                            <m:t>çã</m:t>
                          </m:r>
                          <m:r>
                            <m:rPr>
                              <m:sty m:val="p"/>
                            </m:rPr>
                            <a:rPr lang="en-GB" i="0">
                              <a:latin typeface="Cambria Math" panose="02040503050406030204" pitchFamily="18" charset="0"/>
                            </a:rPr>
                            <m:t>o</m:t>
                          </m:r>
                        </m:sub>
                      </m:sSub>
                      <m:r>
                        <a:rPr lang="en-GB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GB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ad>
                                <m:radPr>
                                  <m:degHide m:val="on"/>
                                  <m:ctrlPr>
                                    <a:rPr lang="en-GB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sSup>
                                    <m:sSupPr>
                                      <m:ctrlPr>
                                        <a:rPr lang="en-GB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GB" i="1">
                                              <a:solidFill>
                                                <a:srgbClr val="836967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GB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  <m:r>
                                            <a:rPr lang="en-GB" i="0">
                                              <a:latin typeface="Cambria Math" panose="02040503050406030204" pitchFamily="18" charset="0"/>
                                            </a:rPr>
                                            <m:t>+</m:t>
                                          </m:r>
                                          <m:r>
                                            <a:rPr lang="en-GB" i="1"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GB" i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GB" i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p>
                                    <m:sSupPr>
                                      <m:ctrlPr>
                                        <a:rPr lang="en-GB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sup>
                                      <m:r>
                                        <a:rPr lang="en-GB" i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rad>
                            </m:num>
                            <m:den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den>
                          </m:f>
                        </m:e>
                      </m:d>
                      <m:r>
                        <a:rPr lang="en-GB" i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GB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GB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ad>
                                <m:radPr>
                                  <m:degHide m:val="on"/>
                                  <m:ctrlPr>
                                    <a:rPr lang="en-GB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sSup>
                                    <m:sSupPr>
                                      <m:ctrlPr>
                                        <a:rPr lang="en-GB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GB" i="1">
                                              <a:solidFill>
                                                <a:srgbClr val="836967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GB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  <m:r>
                                            <a:rPr lang="en-GB" i="0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r>
                                            <a:rPr lang="en-GB" i="1"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GB" i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GB" i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p>
                                    <m:sSupPr>
                                      <m:ctrlPr>
                                        <a:rPr lang="en-GB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sup>
                                      <m:r>
                                        <a:rPr lang="en-GB" i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rad>
                            </m:num>
                            <m:den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E202B82F-9233-BB96-5FF1-B6BB6E741F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1524" y="5803919"/>
                <a:ext cx="6094378" cy="71468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4B65FE6C-4544-C129-588A-9CB8D9398E45}"/>
              </a:ext>
            </a:extLst>
          </p:cNvPr>
          <p:cNvSpPr txBox="1"/>
          <p:nvPr/>
        </p:nvSpPr>
        <p:spPr>
          <a:xfrm>
            <a:off x="10365252" y="5181894"/>
            <a:ext cx="170582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800" i="1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These</a:t>
            </a:r>
            <a:r>
              <a:rPr lang="pt-BR" sz="800" i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slides</a:t>
            </a:r>
            <a:r>
              <a:rPr lang="pt-BR" sz="800" i="1" dirty="0"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pt-BR" sz="800" i="1" dirty="0" err="1">
                <a:latin typeface="Arial" panose="020B0604020202020204" pitchFamily="34" charset="0"/>
                <a:ea typeface="Times New Roman" panose="02020603050405020304" pitchFamily="18" charset="0"/>
              </a:rPr>
              <a:t>were</a:t>
            </a:r>
            <a:r>
              <a:rPr lang="pt-BR" sz="800" i="1" dirty="0"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pt-BR" sz="800" i="1" dirty="0" err="1">
                <a:latin typeface="Arial" panose="020B0604020202020204" pitchFamily="34" charset="0"/>
                <a:ea typeface="Times New Roman" panose="02020603050405020304" pitchFamily="18" charset="0"/>
              </a:rPr>
              <a:t>prepared</a:t>
            </a:r>
            <a:r>
              <a:rPr lang="pt-BR" sz="800" i="1" dirty="0"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pt-BR" sz="800" i="1" dirty="0" err="1">
                <a:latin typeface="Arial" panose="020B0604020202020204" pitchFamily="34" charset="0"/>
                <a:ea typeface="Times New Roman" panose="02020603050405020304" pitchFamily="18" charset="0"/>
              </a:rPr>
              <a:t>to</a:t>
            </a:r>
            <a:r>
              <a:rPr lang="pt-BR" sz="800" i="1" dirty="0"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pt-BR" sz="800" i="1" dirty="0" err="1">
                <a:latin typeface="Arial" panose="020B0604020202020204" pitchFamily="34" charset="0"/>
                <a:ea typeface="Times New Roman" panose="02020603050405020304" pitchFamily="18" charset="0"/>
              </a:rPr>
              <a:t>be</a:t>
            </a:r>
            <a:r>
              <a:rPr lang="pt-BR" sz="800" i="1" dirty="0"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pt-BR" sz="800" i="1" dirty="0" err="1">
                <a:latin typeface="Arial" panose="020B0604020202020204" pitchFamily="34" charset="0"/>
                <a:ea typeface="Times New Roman" panose="02020603050405020304" pitchFamily="18" charset="0"/>
              </a:rPr>
              <a:t>published</a:t>
            </a:r>
            <a:r>
              <a:rPr lang="pt-BR" sz="800" i="1" dirty="0">
                <a:latin typeface="Arial" panose="020B0604020202020204" pitchFamily="34" charset="0"/>
                <a:ea typeface="Times New Roman" panose="02020603050405020304" pitchFamily="18" charset="0"/>
              </a:rPr>
              <a:t> in </a:t>
            </a:r>
            <a:r>
              <a:rPr lang="pt-BR" sz="800" i="1" dirty="0" err="1">
                <a:latin typeface="Arial" panose="020B0604020202020204" pitchFamily="34" charset="0"/>
                <a:ea typeface="Times New Roman" panose="02020603050405020304" pitchFamily="18" charset="0"/>
              </a:rPr>
              <a:t>BrJG</a:t>
            </a:r>
            <a:r>
              <a:rPr lang="pt-BR" sz="800" i="1" dirty="0">
                <a:latin typeface="Arial" panose="020B0604020202020204" pitchFamily="34" charset="0"/>
                <a:ea typeface="Times New Roman" panose="02020603050405020304" pitchFamily="18" charset="0"/>
              </a:rPr>
              <a:t>, </a:t>
            </a:r>
            <a:r>
              <a:rPr lang="pt-BR" sz="800" i="1" dirty="0" err="1">
                <a:latin typeface="Arial" panose="020B0604020202020204" pitchFamily="34" charset="0"/>
                <a:ea typeface="Times New Roman" panose="02020603050405020304" pitchFamily="18" charset="0"/>
              </a:rPr>
              <a:t>Brazilian</a:t>
            </a:r>
            <a:r>
              <a:rPr lang="pt-BR" sz="800" i="1" dirty="0"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pt-BR" sz="800" i="1" dirty="0" err="1">
                <a:latin typeface="Arial" panose="020B0604020202020204" pitchFamily="34" charset="0"/>
                <a:ea typeface="Times New Roman" panose="02020603050405020304" pitchFamily="18" charset="0"/>
              </a:rPr>
              <a:t>Journal</a:t>
            </a:r>
            <a:r>
              <a:rPr lang="pt-BR" sz="800" i="1" dirty="0"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pt-BR" sz="800" i="1" dirty="0" err="1">
                <a:latin typeface="Arial" panose="020B0604020202020204" pitchFamily="34" charset="0"/>
                <a:ea typeface="Times New Roman" panose="02020603050405020304" pitchFamily="18" charset="0"/>
              </a:rPr>
              <a:t>of</a:t>
            </a:r>
            <a:r>
              <a:rPr lang="pt-BR" sz="800" i="1" dirty="0"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pt-BR" sz="800" i="1" dirty="0" err="1">
                <a:latin typeface="Arial" panose="020B0604020202020204" pitchFamily="34" charset="0"/>
                <a:ea typeface="Times New Roman" panose="02020603050405020304" pitchFamily="18" charset="0"/>
              </a:rPr>
              <a:t>Geophysics</a:t>
            </a:r>
            <a:r>
              <a:rPr lang="pt-BR" sz="800" i="1" dirty="0">
                <a:latin typeface="Arial" panose="020B0604020202020204" pitchFamily="34" charset="0"/>
                <a:ea typeface="Times New Roman" panose="02020603050405020304" pitchFamily="18" charset="0"/>
              </a:rPr>
              <a:t> in </a:t>
            </a:r>
            <a:r>
              <a:rPr lang="pt-BR" sz="800" i="1" dirty="0" err="1">
                <a:latin typeface="Arial" panose="020B0604020202020204" pitchFamily="34" charset="0"/>
                <a:ea typeface="Times New Roman" panose="02020603050405020304" pitchFamily="18" charset="0"/>
              </a:rPr>
              <a:t>September</a:t>
            </a:r>
            <a:r>
              <a:rPr lang="pt-BR" sz="800" i="1" dirty="0">
                <a:latin typeface="Arial" panose="020B0604020202020204" pitchFamily="34" charset="0"/>
                <a:ea typeface="Times New Roman" panose="02020603050405020304" pitchFamily="18" charset="0"/>
              </a:rPr>
              <a:t> 2026. They </a:t>
            </a:r>
            <a:r>
              <a:rPr lang="pt-BR" sz="800" i="1" dirty="0" err="1">
                <a:latin typeface="Arial" panose="020B0604020202020204" pitchFamily="34" charset="0"/>
                <a:ea typeface="Times New Roman" panose="02020603050405020304" pitchFamily="18" charset="0"/>
              </a:rPr>
              <a:t>can</a:t>
            </a:r>
            <a:r>
              <a:rPr lang="pt-BR" sz="800" i="1" dirty="0"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pt-BR" sz="800" i="1" dirty="0" err="1">
                <a:latin typeface="Arial" panose="020B0604020202020204" pitchFamily="34" charset="0"/>
                <a:ea typeface="Times New Roman" panose="02020603050405020304" pitchFamily="18" charset="0"/>
              </a:rPr>
              <a:t>be</a:t>
            </a:r>
            <a:r>
              <a:rPr lang="pt-BR" sz="800" i="1" dirty="0"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pt-BR" sz="800" i="1" dirty="0" err="1">
                <a:latin typeface="Arial" panose="020B0604020202020204" pitchFamily="34" charset="0"/>
                <a:ea typeface="Times New Roman" panose="02020603050405020304" pitchFamily="18" charset="0"/>
              </a:rPr>
              <a:t>widely</a:t>
            </a:r>
            <a:r>
              <a:rPr lang="pt-BR" sz="800" i="1" dirty="0"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pt-BR" sz="800" i="1" dirty="0" err="1">
                <a:latin typeface="Arial" panose="020B0604020202020204" pitchFamily="34" charset="0"/>
                <a:ea typeface="Times New Roman" panose="02020603050405020304" pitchFamily="18" charset="0"/>
              </a:rPr>
              <a:t>used</a:t>
            </a:r>
            <a:r>
              <a:rPr lang="pt-BR" sz="800" i="1" dirty="0">
                <a:latin typeface="Arial" panose="020B0604020202020204" pitchFamily="34" charset="0"/>
                <a:ea typeface="Times New Roman" panose="02020603050405020304" pitchFamily="18" charset="0"/>
              </a:rPr>
              <a:t> in </a:t>
            </a:r>
            <a:r>
              <a:rPr lang="pt-BR" sz="800" i="1" dirty="0" err="1">
                <a:latin typeface="Arial" panose="020B0604020202020204" pitchFamily="34" charset="0"/>
                <a:ea typeface="Times New Roman" panose="02020603050405020304" pitchFamily="18" charset="0"/>
              </a:rPr>
              <a:t>lectures</a:t>
            </a:r>
            <a:r>
              <a:rPr lang="pt-BR" sz="800" i="1" dirty="0"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pt-BR" sz="800" i="1" dirty="0" err="1">
                <a:latin typeface="Arial" panose="020B0604020202020204" pitchFamily="34" charset="0"/>
                <a:ea typeface="Times New Roman" panose="02020603050405020304" pitchFamily="18" charset="0"/>
              </a:rPr>
              <a:t>and</a:t>
            </a:r>
            <a:r>
              <a:rPr lang="pt-BR" sz="800" i="1" dirty="0"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pt-BR" sz="800" i="1" dirty="0" err="1">
                <a:latin typeface="Arial" panose="020B0604020202020204" pitchFamily="34" charset="0"/>
                <a:ea typeface="Times New Roman" panose="02020603050405020304" pitchFamily="18" charset="0"/>
              </a:rPr>
              <a:t>courses</a:t>
            </a:r>
            <a:r>
              <a:rPr lang="pt-BR" sz="800" i="1" dirty="0">
                <a:latin typeface="Arial" panose="020B0604020202020204" pitchFamily="34" charset="0"/>
                <a:ea typeface="Times New Roman" panose="02020603050405020304" pitchFamily="18" charset="0"/>
              </a:rPr>
              <a:t>.</a:t>
            </a:r>
            <a:endParaRPr lang="en-GB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BE1FA25-7256-C0A6-F6A7-FCE5C0C76B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96522" y="6012891"/>
            <a:ext cx="1243285" cy="4380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388816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" grpId="0"/>
      <p:bldP spid="10" grpId="0" animBg="1"/>
      <p:bldP spid="22" grpId="0" animBg="1"/>
      <p:bldP spid="23" grpId="0" animBg="1"/>
      <p:bldP spid="71" grpId="0" animBg="1"/>
      <p:bldP spid="29" grpId="0"/>
      <p:bldP spid="79" grpId="0"/>
      <p:bldP spid="83" grpId="0"/>
      <p:bldP spid="84" grpId="0"/>
      <p:bldP spid="94" grpId="0" animBg="1"/>
      <p:bldP spid="95" grpId="0"/>
      <p:bldP spid="96" grpId="0"/>
      <p:bldP spid="100" grpId="0" animBg="1"/>
      <p:bldP spid="2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TextBox 94">
            <a:extLst>
              <a:ext uri="{FF2B5EF4-FFF2-40B4-BE49-F238E27FC236}">
                <a16:creationId xmlns:a16="http://schemas.microsoft.com/office/drawing/2014/main" id="{F1032C2B-F677-44D6-85F9-F293EFF28021}"/>
              </a:ext>
            </a:extLst>
          </p:cNvPr>
          <p:cNvSpPr txBox="1"/>
          <p:nvPr/>
        </p:nvSpPr>
        <p:spPr>
          <a:xfrm>
            <a:off x="4100514" y="4046230"/>
            <a:ext cx="5191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5B1BD47-0281-44D6-8983-A3251CB97722}"/>
              </a:ext>
            </a:extLst>
          </p:cNvPr>
          <p:cNvSpPr/>
          <p:nvPr/>
        </p:nvSpPr>
        <p:spPr>
          <a:xfrm>
            <a:off x="1894358" y="1325316"/>
            <a:ext cx="7803055" cy="4000045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Isosceles Triangle 5">
            <a:extLst>
              <a:ext uri="{FF2B5EF4-FFF2-40B4-BE49-F238E27FC236}">
                <a16:creationId xmlns:a16="http://schemas.microsoft.com/office/drawing/2014/main" id="{233D01E0-A632-42ED-8A55-A8A8BBC982EC}"/>
              </a:ext>
            </a:extLst>
          </p:cNvPr>
          <p:cNvSpPr/>
          <p:nvPr/>
        </p:nvSpPr>
        <p:spPr>
          <a:xfrm rot="10800000">
            <a:off x="7481888" y="998798"/>
            <a:ext cx="358487" cy="342900"/>
          </a:xfrm>
          <a:prstGeom prst="triangle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Star: 5 Points 4">
            <a:extLst>
              <a:ext uri="{FF2B5EF4-FFF2-40B4-BE49-F238E27FC236}">
                <a16:creationId xmlns:a16="http://schemas.microsoft.com/office/drawing/2014/main" id="{0C49F804-3EA9-41F4-B2C2-8E5A2602A960}"/>
              </a:ext>
            </a:extLst>
          </p:cNvPr>
          <p:cNvSpPr/>
          <p:nvPr/>
        </p:nvSpPr>
        <p:spPr>
          <a:xfrm>
            <a:off x="2321502" y="1122859"/>
            <a:ext cx="358487" cy="342900"/>
          </a:xfrm>
          <a:prstGeom prst="star5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D95642DF-D4C1-4FEF-BB31-E2A739CA3B10}"/>
              </a:ext>
            </a:extLst>
          </p:cNvPr>
          <p:cNvSpPr/>
          <p:nvPr/>
        </p:nvSpPr>
        <p:spPr>
          <a:xfrm>
            <a:off x="4238625" y="4030189"/>
            <a:ext cx="104775" cy="109537"/>
          </a:xfrm>
          <a:prstGeom prst="ellipse">
            <a:avLst/>
          </a:prstGeom>
          <a:solidFill>
            <a:srgbClr val="FFC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n>
                <a:solidFill>
                  <a:sysClr val="windowText" lastClr="000000"/>
                </a:solidFill>
              </a:ln>
              <a:solidFill>
                <a:schemeClr val="tx1"/>
              </a:solidFill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A18C51D7-4E07-48CD-B8B1-DDB7302A0BEF}"/>
              </a:ext>
            </a:extLst>
          </p:cNvPr>
          <p:cNvCxnSpPr>
            <a:cxnSpLocks/>
            <a:stCxn id="5" idx="3"/>
          </p:cNvCxnSpPr>
          <p:nvPr/>
        </p:nvCxnSpPr>
        <p:spPr>
          <a:xfrm>
            <a:off x="2611524" y="1465758"/>
            <a:ext cx="1574714" cy="2564431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CA2DF319-6783-4DC1-96DD-F921FB274E91}"/>
              </a:ext>
            </a:extLst>
          </p:cNvPr>
          <p:cNvCxnSpPr>
            <a:cxnSpLocks/>
            <a:stCxn id="95" idx="0"/>
            <a:endCxn id="6" idx="0"/>
          </p:cNvCxnSpPr>
          <p:nvPr/>
        </p:nvCxnSpPr>
        <p:spPr>
          <a:xfrm flipV="1">
            <a:off x="4360070" y="1341698"/>
            <a:ext cx="3301061" cy="2704532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ight Brace 22">
            <a:extLst>
              <a:ext uri="{FF2B5EF4-FFF2-40B4-BE49-F238E27FC236}">
                <a16:creationId xmlns:a16="http://schemas.microsoft.com/office/drawing/2014/main" id="{303E3421-9A3D-4351-97AE-CF847DB9FE34}"/>
              </a:ext>
            </a:extLst>
          </p:cNvPr>
          <p:cNvSpPr/>
          <p:nvPr/>
        </p:nvSpPr>
        <p:spPr>
          <a:xfrm rot="16200000">
            <a:off x="5721675" y="-711718"/>
            <a:ext cx="292508" cy="3227917"/>
          </a:xfrm>
          <a:prstGeom prst="rightBrace">
            <a:avLst>
              <a:gd name="adj1" fmla="val 43055"/>
              <a:gd name="adj2" fmla="val 50000"/>
            </a:avLst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1" name="Right Brace 70">
            <a:extLst>
              <a:ext uri="{FF2B5EF4-FFF2-40B4-BE49-F238E27FC236}">
                <a16:creationId xmlns:a16="http://schemas.microsoft.com/office/drawing/2014/main" id="{EF635F98-98DB-48B7-83CA-63CDE32AB350}"/>
              </a:ext>
            </a:extLst>
          </p:cNvPr>
          <p:cNvSpPr/>
          <p:nvPr/>
        </p:nvSpPr>
        <p:spPr>
          <a:xfrm rot="16200000">
            <a:off x="3202783" y="14462"/>
            <a:ext cx="342899" cy="1728785"/>
          </a:xfrm>
          <a:prstGeom prst="rightBrace">
            <a:avLst>
              <a:gd name="adj1" fmla="val 33333"/>
              <a:gd name="adj2" fmla="val 49559"/>
            </a:avLst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919E9462-B182-449B-8CD7-3F15A213B2ED}"/>
              </a:ext>
            </a:extLst>
          </p:cNvPr>
          <p:cNvCxnSpPr>
            <a:cxnSpLocks/>
            <a:endCxn id="10" idx="0"/>
          </p:cNvCxnSpPr>
          <p:nvPr/>
        </p:nvCxnSpPr>
        <p:spPr>
          <a:xfrm>
            <a:off x="4263087" y="1341697"/>
            <a:ext cx="27926" cy="2688492"/>
          </a:xfrm>
          <a:prstGeom prst="straightConnector1">
            <a:avLst/>
          </a:prstGeom>
          <a:ln w="12700">
            <a:headEnd type="triangl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E46E5EAB-37A0-4F35-8232-D08095E7F265}"/>
              </a:ext>
            </a:extLst>
          </p:cNvPr>
          <p:cNvSpPr txBox="1"/>
          <p:nvPr/>
        </p:nvSpPr>
        <p:spPr>
          <a:xfrm>
            <a:off x="3128962" y="272577"/>
            <a:ext cx="5857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hs</a:t>
            </a:r>
            <a:endParaRPr lang="en-GB" sz="2800" b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3FFD87AA-D6A0-4E29-89F4-C9B2A632A5DF}"/>
              </a:ext>
            </a:extLst>
          </p:cNvPr>
          <p:cNvSpPr txBox="1"/>
          <p:nvPr/>
        </p:nvSpPr>
        <p:spPr>
          <a:xfrm>
            <a:off x="5584031" y="272577"/>
            <a:ext cx="5524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hr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03F2CE51-14BF-4329-B938-4045D1EA2CD2}"/>
              </a:ext>
            </a:extLst>
          </p:cNvPr>
          <p:cNvSpPr txBox="1"/>
          <p:nvPr/>
        </p:nvSpPr>
        <p:spPr>
          <a:xfrm>
            <a:off x="2926860" y="2660434"/>
            <a:ext cx="6683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Ts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3BEABAA3-468E-4097-BEBF-1A7CF0C041F3}"/>
              </a:ext>
            </a:extLst>
          </p:cNvPr>
          <p:cNvSpPr txBox="1"/>
          <p:nvPr/>
        </p:nvSpPr>
        <p:spPr>
          <a:xfrm>
            <a:off x="5811150" y="2747973"/>
            <a:ext cx="6506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Tr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D7E42682-4F71-41D3-BCB3-14C3029EF6F6}"/>
              </a:ext>
            </a:extLst>
          </p:cNvPr>
          <p:cNvSpPr txBox="1"/>
          <p:nvPr/>
        </p:nvSpPr>
        <p:spPr>
          <a:xfrm>
            <a:off x="4141446" y="2470974"/>
            <a:ext cx="260947" cy="276999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lIns="0" tIns="0" rIns="0" bIns="0" rtlCol="0">
            <a:spAutoFit/>
          </a:bodyPr>
          <a:lstStyle/>
          <a:p>
            <a:r>
              <a:rPr lang="en-GB" b="1" i="1" dirty="0">
                <a:latin typeface="Cambria Math" panose="02040503050406030204" pitchFamily="18" charset="0"/>
                <a:ea typeface="Cambria Math" panose="02040503050406030204" pitchFamily="18" charset="0"/>
              </a:rPr>
              <a:t>  z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7C19D315-5EFC-48DC-B73E-C02A4BCA2445}"/>
              </a:ext>
            </a:extLst>
          </p:cNvPr>
          <p:cNvSpPr/>
          <p:nvPr/>
        </p:nvSpPr>
        <p:spPr>
          <a:xfrm>
            <a:off x="4223384" y="1247781"/>
            <a:ext cx="95252" cy="101111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n>
                <a:solidFill>
                  <a:sysClr val="windowText" lastClr="000000"/>
                </a:solidFill>
              </a:ln>
              <a:solidFill>
                <a:srgbClr val="00B05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76E19BB0-D6CB-6AF5-42BF-71918124AC5C}"/>
                  </a:ext>
                </a:extLst>
              </p:cNvPr>
              <p:cNvSpPr txBox="1"/>
              <p:nvPr/>
            </p:nvSpPr>
            <p:spPr>
              <a:xfrm>
                <a:off x="1894358" y="5509577"/>
                <a:ext cx="6094378" cy="9106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</m:sSub>
                      <m:r>
                        <a:rPr lang="en-GB" i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GB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GB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GB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h𝑠</m:t>
                                  </m:r>
                                </m:e>
                                <m:sup>
                                  <m:r>
                                    <a:rPr lang="en-GB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sSup>
                                <m:sSupPr>
                                  <m:ctrlPr>
                                    <a:rPr lang="en-GB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p>
                                  <m:r>
                                    <a:rPr lang="en-GB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  <m:r>
                            <a:rPr lang="en-GB" i="0">
                              <a:latin typeface="Cambria Math" panose="02040503050406030204" pitchFamily="18" charset="0"/>
                            </a:rPr>
                            <m:t>+ </m:t>
                          </m:r>
                          <m:f>
                            <m:fPr>
                              <m:ctrlPr>
                                <a:rPr lang="en-GB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Sup>
                                <m:sSubSupPr>
                                  <m:ctrlPr>
                                    <a:rPr lang="en-GB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GB" i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a:rPr lang="en-GB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num>
                            <m:den>
                              <m:r>
                                <a:rPr lang="en-GB" i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</m:e>
                      </m:rad>
                      <m:r>
                        <a:rPr lang="en-GB" i="0">
                          <a:latin typeface="Cambria Math" panose="02040503050406030204" pitchFamily="18" charset="0"/>
                        </a:rPr>
                        <m:t>     +    </m:t>
                      </m:r>
                      <m:rad>
                        <m:radPr>
                          <m:degHide m:val="on"/>
                          <m:ctrlPr>
                            <a:rPr lang="en-GB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GB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GB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h𝑟</m:t>
                                  </m:r>
                                </m:e>
                                <m:sup>
                                  <m:r>
                                    <a:rPr lang="en-GB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sSup>
                                <m:sSupPr>
                                  <m:ctrlPr>
                                    <a:rPr lang="en-GB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p>
                                  <m:r>
                                    <a:rPr lang="en-GB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  <m:r>
                            <a:rPr lang="en-GB" i="0">
                              <a:latin typeface="Cambria Math" panose="02040503050406030204" pitchFamily="18" charset="0"/>
                            </a:rPr>
                            <m:t>+ </m:t>
                          </m:r>
                          <m:f>
                            <m:fPr>
                              <m:ctrlPr>
                                <a:rPr lang="en-GB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Sup>
                                <m:sSubSupPr>
                                  <m:ctrlPr>
                                    <a:rPr lang="en-GB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GB" i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a:rPr lang="en-GB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num>
                            <m:den>
                              <m:r>
                                <a:rPr lang="en-GB" i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</m:e>
                      </m:rad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76E19BB0-D6CB-6AF5-42BF-71918124AC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4358" y="5509577"/>
                <a:ext cx="6094378" cy="91069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8420B643-BAAA-B249-5A36-AC79C16DCE82}"/>
              </a:ext>
            </a:extLst>
          </p:cNvPr>
          <p:cNvSpPr txBox="1"/>
          <p:nvPr/>
        </p:nvSpPr>
        <p:spPr>
          <a:xfrm>
            <a:off x="10365252" y="5181894"/>
            <a:ext cx="170582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800" i="1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These</a:t>
            </a:r>
            <a:r>
              <a:rPr lang="pt-BR" sz="800" i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slides</a:t>
            </a:r>
            <a:r>
              <a:rPr lang="pt-BR" sz="800" i="1" dirty="0"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pt-BR" sz="800" i="1" dirty="0" err="1">
                <a:latin typeface="Arial" panose="020B0604020202020204" pitchFamily="34" charset="0"/>
                <a:ea typeface="Times New Roman" panose="02020603050405020304" pitchFamily="18" charset="0"/>
              </a:rPr>
              <a:t>were</a:t>
            </a:r>
            <a:r>
              <a:rPr lang="pt-BR" sz="800" i="1" dirty="0"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pt-BR" sz="800" i="1" dirty="0" err="1">
                <a:latin typeface="Arial" panose="020B0604020202020204" pitchFamily="34" charset="0"/>
                <a:ea typeface="Times New Roman" panose="02020603050405020304" pitchFamily="18" charset="0"/>
              </a:rPr>
              <a:t>prepared</a:t>
            </a:r>
            <a:r>
              <a:rPr lang="pt-BR" sz="800" i="1" dirty="0"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pt-BR" sz="800" i="1" dirty="0" err="1">
                <a:latin typeface="Arial" panose="020B0604020202020204" pitchFamily="34" charset="0"/>
                <a:ea typeface="Times New Roman" panose="02020603050405020304" pitchFamily="18" charset="0"/>
              </a:rPr>
              <a:t>to</a:t>
            </a:r>
            <a:r>
              <a:rPr lang="pt-BR" sz="800" i="1" dirty="0"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pt-BR" sz="800" i="1" dirty="0" err="1">
                <a:latin typeface="Arial" panose="020B0604020202020204" pitchFamily="34" charset="0"/>
                <a:ea typeface="Times New Roman" panose="02020603050405020304" pitchFamily="18" charset="0"/>
              </a:rPr>
              <a:t>be</a:t>
            </a:r>
            <a:r>
              <a:rPr lang="pt-BR" sz="800" i="1" dirty="0"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pt-BR" sz="800" i="1" dirty="0" err="1">
                <a:latin typeface="Arial" panose="020B0604020202020204" pitchFamily="34" charset="0"/>
                <a:ea typeface="Times New Roman" panose="02020603050405020304" pitchFamily="18" charset="0"/>
              </a:rPr>
              <a:t>published</a:t>
            </a:r>
            <a:r>
              <a:rPr lang="pt-BR" sz="800" i="1" dirty="0">
                <a:latin typeface="Arial" panose="020B0604020202020204" pitchFamily="34" charset="0"/>
                <a:ea typeface="Times New Roman" panose="02020603050405020304" pitchFamily="18" charset="0"/>
              </a:rPr>
              <a:t> in </a:t>
            </a:r>
            <a:r>
              <a:rPr lang="pt-BR" sz="800" i="1" dirty="0" err="1">
                <a:latin typeface="Arial" panose="020B0604020202020204" pitchFamily="34" charset="0"/>
                <a:ea typeface="Times New Roman" panose="02020603050405020304" pitchFamily="18" charset="0"/>
              </a:rPr>
              <a:t>BrJG</a:t>
            </a:r>
            <a:r>
              <a:rPr lang="pt-BR" sz="800" i="1" dirty="0">
                <a:latin typeface="Arial" panose="020B0604020202020204" pitchFamily="34" charset="0"/>
                <a:ea typeface="Times New Roman" panose="02020603050405020304" pitchFamily="18" charset="0"/>
              </a:rPr>
              <a:t>, </a:t>
            </a:r>
            <a:r>
              <a:rPr lang="pt-BR" sz="800" i="1" dirty="0" err="1">
                <a:latin typeface="Arial" panose="020B0604020202020204" pitchFamily="34" charset="0"/>
                <a:ea typeface="Times New Roman" panose="02020603050405020304" pitchFamily="18" charset="0"/>
              </a:rPr>
              <a:t>Brazilian</a:t>
            </a:r>
            <a:r>
              <a:rPr lang="pt-BR" sz="800" i="1" dirty="0"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pt-BR" sz="800" i="1" dirty="0" err="1">
                <a:latin typeface="Arial" panose="020B0604020202020204" pitchFamily="34" charset="0"/>
                <a:ea typeface="Times New Roman" panose="02020603050405020304" pitchFamily="18" charset="0"/>
              </a:rPr>
              <a:t>Journal</a:t>
            </a:r>
            <a:r>
              <a:rPr lang="pt-BR" sz="800" i="1" dirty="0"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pt-BR" sz="800" i="1" dirty="0" err="1">
                <a:latin typeface="Arial" panose="020B0604020202020204" pitchFamily="34" charset="0"/>
                <a:ea typeface="Times New Roman" panose="02020603050405020304" pitchFamily="18" charset="0"/>
              </a:rPr>
              <a:t>of</a:t>
            </a:r>
            <a:r>
              <a:rPr lang="pt-BR" sz="800" i="1" dirty="0"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pt-BR" sz="800" i="1" dirty="0" err="1">
                <a:latin typeface="Arial" panose="020B0604020202020204" pitchFamily="34" charset="0"/>
                <a:ea typeface="Times New Roman" panose="02020603050405020304" pitchFamily="18" charset="0"/>
              </a:rPr>
              <a:t>Geophysics</a:t>
            </a:r>
            <a:r>
              <a:rPr lang="pt-BR" sz="800" i="1" dirty="0">
                <a:latin typeface="Arial" panose="020B0604020202020204" pitchFamily="34" charset="0"/>
                <a:ea typeface="Times New Roman" panose="02020603050405020304" pitchFamily="18" charset="0"/>
              </a:rPr>
              <a:t> in </a:t>
            </a:r>
            <a:r>
              <a:rPr lang="pt-BR" sz="800" i="1" dirty="0" err="1">
                <a:latin typeface="Arial" panose="020B0604020202020204" pitchFamily="34" charset="0"/>
                <a:ea typeface="Times New Roman" panose="02020603050405020304" pitchFamily="18" charset="0"/>
              </a:rPr>
              <a:t>September</a:t>
            </a:r>
            <a:r>
              <a:rPr lang="pt-BR" sz="800" i="1" dirty="0">
                <a:latin typeface="Arial" panose="020B0604020202020204" pitchFamily="34" charset="0"/>
                <a:ea typeface="Times New Roman" panose="02020603050405020304" pitchFamily="18" charset="0"/>
              </a:rPr>
              <a:t> 2026. They </a:t>
            </a:r>
            <a:r>
              <a:rPr lang="pt-BR" sz="800" i="1" dirty="0" err="1">
                <a:latin typeface="Arial" panose="020B0604020202020204" pitchFamily="34" charset="0"/>
                <a:ea typeface="Times New Roman" panose="02020603050405020304" pitchFamily="18" charset="0"/>
              </a:rPr>
              <a:t>can</a:t>
            </a:r>
            <a:r>
              <a:rPr lang="pt-BR" sz="800" i="1" dirty="0"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pt-BR" sz="800" i="1" dirty="0" err="1">
                <a:latin typeface="Arial" panose="020B0604020202020204" pitchFamily="34" charset="0"/>
                <a:ea typeface="Times New Roman" panose="02020603050405020304" pitchFamily="18" charset="0"/>
              </a:rPr>
              <a:t>be</a:t>
            </a:r>
            <a:r>
              <a:rPr lang="pt-BR" sz="800" i="1" dirty="0"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pt-BR" sz="800" i="1" dirty="0" err="1">
                <a:latin typeface="Arial" panose="020B0604020202020204" pitchFamily="34" charset="0"/>
                <a:ea typeface="Times New Roman" panose="02020603050405020304" pitchFamily="18" charset="0"/>
              </a:rPr>
              <a:t>widely</a:t>
            </a:r>
            <a:r>
              <a:rPr lang="pt-BR" sz="800" i="1" dirty="0"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pt-BR" sz="800" i="1" dirty="0" err="1">
                <a:latin typeface="Arial" panose="020B0604020202020204" pitchFamily="34" charset="0"/>
                <a:ea typeface="Times New Roman" panose="02020603050405020304" pitchFamily="18" charset="0"/>
              </a:rPr>
              <a:t>used</a:t>
            </a:r>
            <a:r>
              <a:rPr lang="pt-BR" sz="800" i="1" dirty="0">
                <a:latin typeface="Arial" panose="020B0604020202020204" pitchFamily="34" charset="0"/>
                <a:ea typeface="Times New Roman" panose="02020603050405020304" pitchFamily="18" charset="0"/>
              </a:rPr>
              <a:t> in </a:t>
            </a:r>
            <a:r>
              <a:rPr lang="pt-BR" sz="800" i="1" dirty="0" err="1">
                <a:latin typeface="Arial" panose="020B0604020202020204" pitchFamily="34" charset="0"/>
                <a:ea typeface="Times New Roman" panose="02020603050405020304" pitchFamily="18" charset="0"/>
              </a:rPr>
              <a:t>lectures</a:t>
            </a:r>
            <a:r>
              <a:rPr lang="pt-BR" sz="800" i="1" dirty="0"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pt-BR" sz="800" i="1" dirty="0" err="1">
                <a:latin typeface="Arial" panose="020B0604020202020204" pitchFamily="34" charset="0"/>
                <a:ea typeface="Times New Roman" panose="02020603050405020304" pitchFamily="18" charset="0"/>
              </a:rPr>
              <a:t>and</a:t>
            </a:r>
            <a:r>
              <a:rPr lang="pt-BR" sz="800" i="1" dirty="0"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pt-BR" sz="800" i="1" dirty="0" err="1">
                <a:latin typeface="Arial" panose="020B0604020202020204" pitchFamily="34" charset="0"/>
                <a:ea typeface="Times New Roman" panose="02020603050405020304" pitchFamily="18" charset="0"/>
              </a:rPr>
              <a:t>courses</a:t>
            </a:r>
            <a:r>
              <a:rPr lang="pt-BR" sz="800" i="1" dirty="0">
                <a:latin typeface="Arial" panose="020B0604020202020204" pitchFamily="34" charset="0"/>
                <a:ea typeface="Times New Roman" panose="02020603050405020304" pitchFamily="18" charset="0"/>
              </a:rPr>
              <a:t>.</a:t>
            </a:r>
            <a:endParaRPr lang="en-GB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9D29109-F5C6-73D0-8C56-132443985B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96522" y="6012891"/>
            <a:ext cx="1243285" cy="4380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465011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" grpId="0"/>
      <p:bldP spid="10" grpId="0" animBg="1"/>
      <p:bldP spid="23" grpId="0" animBg="1"/>
      <p:bldP spid="71" grpId="0" animBg="1"/>
      <p:bldP spid="29" grpId="0"/>
      <p:bldP spid="79" grpId="0"/>
      <p:bldP spid="83" grpId="0"/>
      <p:bldP spid="84" grpId="0"/>
      <p:bldP spid="100" grpId="0" animBg="1"/>
      <p:bldP spid="17" grpId="0" animBg="1"/>
      <p:bldP spid="2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5B1BD47-0281-44D6-8983-A3251CB97722}"/>
              </a:ext>
            </a:extLst>
          </p:cNvPr>
          <p:cNvSpPr/>
          <p:nvPr/>
        </p:nvSpPr>
        <p:spPr>
          <a:xfrm>
            <a:off x="1379930" y="1080331"/>
            <a:ext cx="1727167" cy="133109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Isosceles Triangle 5">
            <a:extLst>
              <a:ext uri="{FF2B5EF4-FFF2-40B4-BE49-F238E27FC236}">
                <a16:creationId xmlns:a16="http://schemas.microsoft.com/office/drawing/2014/main" id="{233D01E0-A632-42ED-8A55-A8A8BBC982EC}"/>
              </a:ext>
            </a:extLst>
          </p:cNvPr>
          <p:cNvSpPr/>
          <p:nvPr/>
        </p:nvSpPr>
        <p:spPr>
          <a:xfrm rot="10800000">
            <a:off x="2716783" y="979698"/>
            <a:ext cx="217017" cy="201266"/>
          </a:xfrm>
          <a:prstGeom prst="triangle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Star: 5 Points 4">
            <a:extLst>
              <a:ext uri="{FF2B5EF4-FFF2-40B4-BE49-F238E27FC236}">
                <a16:creationId xmlns:a16="http://schemas.microsoft.com/office/drawing/2014/main" id="{0C49F804-3EA9-41F4-B2C2-8E5A2602A960}"/>
              </a:ext>
            </a:extLst>
          </p:cNvPr>
          <p:cNvSpPr/>
          <p:nvPr/>
        </p:nvSpPr>
        <p:spPr>
          <a:xfrm>
            <a:off x="1437229" y="979698"/>
            <a:ext cx="217017" cy="201266"/>
          </a:xfrm>
          <a:prstGeom prst="star5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F7DB54E-7199-F2A9-5AC6-50095857883B}"/>
              </a:ext>
            </a:extLst>
          </p:cNvPr>
          <p:cNvCxnSpPr/>
          <p:nvPr/>
        </p:nvCxnSpPr>
        <p:spPr>
          <a:xfrm>
            <a:off x="1379930" y="1285581"/>
            <a:ext cx="172716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0AC106B-7E1B-BE59-3C96-39038DF1BD3F}"/>
              </a:ext>
            </a:extLst>
          </p:cNvPr>
          <p:cNvCxnSpPr/>
          <p:nvPr/>
        </p:nvCxnSpPr>
        <p:spPr>
          <a:xfrm>
            <a:off x="1379930" y="1347079"/>
            <a:ext cx="172716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D2CDFE0-89B4-0174-8A05-1C70C775A6EE}"/>
              </a:ext>
            </a:extLst>
          </p:cNvPr>
          <p:cNvCxnSpPr/>
          <p:nvPr/>
        </p:nvCxnSpPr>
        <p:spPr>
          <a:xfrm>
            <a:off x="1379930" y="1405782"/>
            <a:ext cx="172716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61214F45-06BD-2075-A710-91493C960A72}"/>
              </a:ext>
            </a:extLst>
          </p:cNvPr>
          <p:cNvCxnSpPr/>
          <p:nvPr/>
        </p:nvCxnSpPr>
        <p:spPr>
          <a:xfrm>
            <a:off x="1379930" y="1458894"/>
            <a:ext cx="172716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DD7D0872-F876-8F15-D939-6FE45CCBC8D5}"/>
              </a:ext>
            </a:extLst>
          </p:cNvPr>
          <p:cNvCxnSpPr/>
          <p:nvPr/>
        </p:nvCxnSpPr>
        <p:spPr>
          <a:xfrm>
            <a:off x="1379930" y="1520392"/>
            <a:ext cx="172716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260FFA9F-2571-C43D-C8C2-F3A548858698}"/>
              </a:ext>
            </a:extLst>
          </p:cNvPr>
          <p:cNvCxnSpPr/>
          <p:nvPr/>
        </p:nvCxnSpPr>
        <p:spPr>
          <a:xfrm>
            <a:off x="1379930" y="1579095"/>
            <a:ext cx="172716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14D10B76-4BCC-EFFE-3EBB-A21FF6421D97}"/>
              </a:ext>
            </a:extLst>
          </p:cNvPr>
          <p:cNvCxnSpPr/>
          <p:nvPr/>
        </p:nvCxnSpPr>
        <p:spPr>
          <a:xfrm>
            <a:off x="1379930" y="1621746"/>
            <a:ext cx="172716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0B9FD346-2393-E0B0-9753-7CE1614E502C}"/>
              </a:ext>
            </a:extLst>
          </p:cNvPr>
          <p:cNvCxnSpPr/>
          <p:nvPr/>
        </p:nvCxnSpPr>
        <p:spPr>
          <a:xfrm>
            <a:off x="1379930" y="1683244"/>
            <a:ext cx="172716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32DEE69E-8C9C-8233-3E8E-4781CFEA3239}"/>
              </a:ext>
            </a:extLst>
          </p:cNvPr>
          <p:cNvCxnSpPr/>
          <p:nvPr/>
        </p:nvCxnSpPr>
        <p:spPr>
          <a:xfrm>
            <a:off x="1379930" y="1741947"/>
            <a:ext cx="172716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37EC5DB4-565E-6A02-F1A4-A2FE61475D9C}"/>
              </a:ext>
            </a:extLst>
          </p:cNvPr>
          <p:cNvCxnSpPr/>
          <p:nvPr/>
        </p:nvCxnSpPr>
        <p:spPr>
          <a:xfrm>
            <a:off x="1379930" y="1795058"/>
            <a:ext cx="172716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CD799AAE-E543-6186-3BD3-F081610890D9}"/>
              </a:ext>
            </a:extLst>
          </p:cNvPr>
          <p:cNvCxnSpPr/>
          <p:nvPr/>
        </p:nvCxnSpPr>
        <p:spPr>
          <a:xfrm>
            <a:off x="1379930" y="1856556"/>
            <a:ext cx="172716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4110D7F2-8A43-4CCE-015E-EFFF5A72EF25}"/>
              </a:ext>
            </a:extLst>
          </p:cNvPr>
          <p:cNvCxnSpPr/>
          <p:nvPr/>
        </p:nvCxnSpPr>
        <p:spPr>
          <a:xfrm>
            <a:off x="1379930" y="1915259"/>
            <a:ext cx="172716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36F244DD-95C2-F3C2-5C75-1DEE23B79661}"/>
              </a:ext>
            </a:extLst>
          </p:cNvPr>
          <p:cNvCxnSpPr/>
          <p:nvPr/>
        </p:nvCxnSpPr>
        <p:spPr>
          <a:xfrm>
            <a:off x="1379930" y="1962780"/>
            <a:ext cx="172716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82272F50-A0CA-1711-A6EF-C8EC634C45B1}"/>
              </a:ext>
            </a:extLst>
          </p:cNvPr>
          <p:cNvCxnSpPr/>
          <p:nvPr/>
        </p:nvCxnSpPr>
        <p:spPr>
          <a:xfrm>
            <a:off x="1379930" y="2024278"/>
            <a:ext cx="172716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90D614B3-7BE6-D0D0-444E-614C6E06A5E0}"/>
              </a:ext>
            </a:extLst>
          </p:cNvPr>
          <p:cNvCxnSpPr/>
          <p:nvPr/>
        </p:nvCxnSpPr>
        <p:spPr>
          <a:xfrm>
            <a:off x="1379930" y="2082981"/>
            <a:ext cx="172716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307F6974-EDBA-DD78-D418-F8FD4736B8B7}"/>
              </a:ext>
            </a:extLst>
          </p:cNvPr>
          <p:cNvCxnSpPr/>
          <p:nvPr/>
        </p:nvCxnSpPr>
        <p:spPr>
          <a:xfrm>
            <a:off x="1379930" y="2136092"/>
            <a:ext cx="172716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ECF91FB5-356C-847F-9967-B9BD77200439}"/>
              </a:ext>
            </a:extLst>
          </p:cNvPr>
          <p:cNvCxnSpPr/>
          <p:nvPr/>
        </p:nvCxnSpPr>
        <p:spPr>
          <a:xfrm>
            <a:off x="1379930" y="2197590"/>
            <a:ext cx="172716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44C90EF5-1FDD-C32A-66E1-E0AE33C56982}"/>
              </a:ext>
            </a:extLst>
          </p:cNvPr>
          <p:cNvCxnSpPr/>
          <p:nvPr/>
        </p:nvCxnSpPr>
        <p:spPr>
          <a:xfrm>
            <a:off x="1379930" y="2256293"/>
            <a:ext cx="172716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629430F8-06F6-091E-65AD-571A1C6270A0}"/>
              </a:ext>
            </a:extLst>
          </p:cNvPr>
          <p:cNvCxnSpPr/>
          <p:nvPr/>
        </p:nvCxnSpPr>
        <p:spPr>
          <a:xfrm>
            <a:off x="1378311" y="2306610"/>
            <a:ext cx="172716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D7D747D0-062B-E4A5-DB59-388913AA8297}"/>
              </a:ext>
            </a:extLst>
          </p:cNvPr>
          <p:cNvCxnSpPr/>
          <p:nvPr/>
        </p:nvCxnSpPr>
        <p:spPr>
          <a:xfrm>
            <a:off x="1378311" y="2365313"/>
            <a:ext cx="172716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FD91C600-F3DF-1180-D825-640F5DF8C381}"/>
              </a:ext>
            </a:extLst>
          </p:cNvPr>
          <p:cNvSpPr/>
          <p:nvPr/>
        </p:nvSpPr>
        <p:spPr>
          <a:xfrm>
            <a:off x="1536829" y="1147211"/>
            <a:ext cx="1287337" cy="999342"/>
          </a:xfrm>
          <a:custGeom>
            <a:avLst/>
            <a:gdLst>
              <a:gd name="connsiteX0" fmla="*/ 4834 w 2126536"/>
              <a:gd name="connsiteY0" fmla="*/ 0 h 1702594"/>
              <a:gd name="connsiteX1" fmla="*/ 72 w 2126536"/>
              <a:gd name="connsiteY1" fmla="*/ 80963 h 1702594"/>
              <a:gd name="connsiteX2" fmla="*/ 2453 w 2126536"/>
              <a:gd name="connsiteY2" fmla="*/ 188119 h 1702594"/>
              <a:gd name="connsiteX3" fmla="*/ 19122 w 2126536"/>
              <a:gd name="connsiteY3" fmla="*/ 373857 h 1702594"/>
              <a:gd name="connsiteX4" fmla="*/ 123897 w 2126536"/>
              <a:gd name="connsiteY4" fmla="*/ 664369 h 1702594"/>
              <a:gd name="connsiteX5" fmla="*/ 183428 w 2126536"/>
              <a:gd name="connsiteY5" fmla="*/ 814388 h 1702594"/>
              <a:gd name="connsiteX6" fmla="*/ 223909 w 2126536"/>
              <a:gd name="connsiteY6" fmla="*/ 900113 h 1702594"/>
              <a:gd name="connsiteX7" fmla="*/ 269153 w 2126536"/>
              <a:gd name="connsiteY7" fmla="*/ 1012032 h 1702594"/>
              <a:gd name="connsiteX8" fmla="*/ 414409 w 2126536"/>
              <a:gd name="connsiteY8" fmla="*/ 1231107 h 1702594"/>
              <a:gd name="connsiteX9" fmla="*/ 509659 w 2126536"/>
              <a:gd name="connsiteY9" fmla="*/ 1345407 h 1702594"/>
              <a:gd name="connsiteX10" fmla="*/ 800172 w 2126536"/>
              <a:gd name="connsiteY10" fmla="*/ 1557338 h 1702594"/>
              <a:gd name="connsiteX11" fmla="*/ 921616 w 2126536"/>
              <a:gd name="connsiteY11" fmla="*/ 1624013 h 1702594"/>
              <a:gd name="connsiteX12" fmla="*/ 1026391 w 2126536"/>
              <a:gd name="connsiteY12" fmla="*/ 1674019 h 1702594"/>
              <a:gd name="connsiteX13" fmla="*/ 1057347 w 2126536"/>
              <a:gd name="connsiteY13" fmla="*/ 1688307 h 1702594"/>
              <a:gd name="connsiteX14" fmla="*/ 1093066 w 2126536"/>
              <a:gd name="connsiteY14" fmla="*/ 1702594 h 1702594"/>
              <a:gd name="connsiteX15" fmla="*/ 1290709 w 2126536"/>
              <a:gd name="connsiteY15" fmla="*/ 1590675 h 1702594"/>
              <a:gd name="connsiteX16" fmla="*/ 1385959 w 2126536"/>
              <a:gd name="connsiteY16" fmla="*/ 1535907 h 1702594"/>
              <a:gd name="connsiteX17" fmla="*/ 1502641 w 2126536"/>
              <a:gd name="connsiteY17" fmla="*/ 1447800 h 1702594"/>
              <a:gd name="connsiteX18" fmla="*/ 1631228 w 2126536"/>
              <a:gd name="connsiteY18" fmla="*/ 1335882 h 1702594"/>
              <a:gd name="connsiteX19" fmla="*/ 1912216 w 2126536"/>
              <a:gd name="connsiteY19" fmla="*/ 904875 h 1702594"/>
              <a:gd name="connsiteX20" fmla="*/ 2014609 w 2126536"/>
              <a:gd name="connsiteY20" fmla="*/ 657225 h 1702594"/>
              <a:gd name="connsiteX21" fmla="*/ 2040803 w 2126536"/>
              <a:gd name="connsiteY21" fmla="*/ 595313 h 1702594"/>
              <a:gd name="connsiteX22" fmla="*/ 2078903 w 2126536"/>
              <a:gd name="connsiteY22" fmla="*/ 459582 h 1702594"/>
              <a:gd name="connsiteX23" fmla="*/ 2095572 w 2126536"/>
              <a:gd name="connsiteY23" fmla="*/ 364332 h 1702594"/>
              <a:gd name="connsiteX24" fmla="*/ 2097953 w 2126536"/>
              <a:gd name="connsiteY24" fmla="*/ 257175 h 1702594"/>
              <a:gd name="connsiteX25" fmla="*/ 2102716 w 2126536"/>
              <a:gd name="connsiteY25" fmla="*/ 230982 h 1702594"/>
              <a:gd name="connsiteX26" fmla="*/ 2105097 w 2126536"/>
              <a:gd name="connsiteY26" fmla="*/ 214313 h 1702594"/>
              <a:gd name="connsiteX27" fmla="*/ 2109859 w 2126536"/>
              <a:gd name="connsiteY27" fmla="*/ 190500 h 1702594"/>
              <a:gd name="connsiteX28" fmla="*/ 2112241 w 2126536"/>
              <a:gd name="connsiteY28" fmla="*/ 164307 h 1702594"/>
              <a:gd name="connsiteX29" fmla="*/ 2117003 w 2126536"/>
              <a:gd name="connsiteY29" fmla="*/ 147638 h 1702594"/>
              <a:gd name="connsiteX30" fmla="*/ 2119384 w 2126536"/>
              <a:gd name="connsiteY30" fmla="*/ 128588 h 1702594"/>
              <a:gd name="connsiteX31" fmla="*/ 2121766 w 2126536"/>
              <a:gd name="connsiteY31" fmla="*/ 73819 h 1702594"/>
              <a:gd name="connsiteX32" fmla="*/ 2126528 w 2126536"/>
              <a:gd name="connsiteY32" fmla="*/ 52388 h 17025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2126536" h="1702594">
                <a:moveTo>
                  <a:pt x="4834" y="0"/>
                </a:moveTo>
                <a:cubicBezTo>
                  <a:pt x="3247" y="26988"/>
                  <a:pt x="414" y="53931"/>
                  <a:pt x="72" y="80963"/>
                </a:cubicBezTo>
                <a:cubicBezTo>
                  <a:pt x="-380" y="116688"/>
                  <a:pt x="1387" y="152407"/>
                  <a:pt x="2453" y="188119"/>
                </a:cubicBezTo>
                <a:cubicBezTo>
                  <a:pt x="4283" y="249433"/>
                  <a:pt x="9571" y="314507"/>
                  <a:pt x="19122" y="373857"/>
                </a:cubicBezTo>
                <a:cubicBezTo>
                  <a:pt x="33220" y="461462"/>
                  <a:pt x="103294" y="611809"/>
                  <a:pt x="123897" y="664369"/>
                </a:cubicBezTo>
                <a:cubicBezTo>
                  <a:pt x="137965" y="700257"/>
                  <a:pt x="166037" y="777560"/>
                  <a:pt x="183428" y="814388"/>
                </a:cubicBezTo>
                <a:cubicBezTo>
                  <a:pt x="196922" y="842963"/>
                  <a:pt x="211335" y="871122"/>
                  <a:pt x="223909" y="900113"/>
                </a:cubicBezTo>
                <a:cubicBezTo>
                  <a:pt x="239921" y="937029"/>
                  <a:pt x="251157" y="976041"/>
                  <a:pt x="269153" y="1012032"/>
                </a:cubicBezTo>
                <a:cubicBezTo>
                  <a:pt x="299933" y="1073591"/>
                  <a:pt x="374829" y="1179916"/>
                  <a:pt x="414409" y="1231107"/>
                </a:cubicBezTo>
                <a:cubicBezTo>
                  <a:pt x="444745" y="1270342"/>
                  <a:pt x="472896" y="1312118"/>
                  <a:pt x="509659" y="1345407"/>
                </a:cubicBezTo>
                <a:cubicBezTo>
                  <a:pt x="584663" y="1413324"/>
                  <a:pt x="702579" y="1500598"/>
                  <a:pt x="800172" y="1557338"/>
                </a:cubicBezTo>
                <a:cubicBezTo>
                  <a:pt x="840096" y="1580550"/>
                  <a:pt x="879938" y="1604122"/>
                  <a:pt x="921616" y="1624013"/>
                </a:cubicBezTo>
                <a:lnTo>
                  <a:pt x="1026391" y="1674019"/>
                </a:lnTo>
                <a:cubicBezTo>
                  <a:pt x="1036662" y="1678884"/>
                  <a:pt x="1046706" y="1684317"/>
                  <a:pt x="1057347" y="1688307"/>
                </a:cubicBezTo>
                <a:cubicBezTo>
                  <a:pt x="1082057" y="1697572"/>
                  <a:pt x="1070164" y="1692779"/>
                  <a:pt x="1093066" y="1702594"/>
                </a:cubicBezTo>
                <a:cubicBezTo>
                  <a:pt x="1399034" y="1525133"/>
                  <a:pt x="1067085" y="1716272"/>
                  <a:pt x="1290709" y="1590675"/>
                </a:cubicBezTo>
                <a:cubicBezTo>
                  <a:pt x="1322642" y="1572740"/>
                  <a:pt x="1356731" y="1557977"/>
                  <a:pt x="1385959" y="1535907"/>
                </a:cubicBezTo>
                <a:cubicBezTo>
                  <a:pt x="1424853" y="1506538"/>
                  <a:pt x="1464872" y="1478602"/>
                  <a:pt x="1502641" y="1447800"/>
                </a:cubicBezTo>
                <a:cubicBezTo>
                  <a:pt x="1546677" y="1411887"/>
                  <a:pt x="1594722" y="1379428"/>
                  <a:pt x="1631228" y="1335882"/>
                </a:cubicBezTo>
                <a:cubicBezTo>
                  <a:pt x="1738627" y="1207770"/>
                  <a:pt x="1841879" y="1059617"/>
                  <a:pt x="1912216" y="904875"/>
                </a:cubicBezTo>
                <a:cubicBezTo>
                  <a:pt x="1949180" y="823554"/>
                  <a:pt x="1980342" y="739719"/>
                  <a:pt x="2014609" y="657225"/>
                </a:cubicBezTo>
                <a:cubicBezTo>
                  <a:pt x="2023205" y="636531"/>
                  <a:pt x="2034747" y="616888"/>
                  <a:pt x="2040803" y="595313"/>
                </a:cubicBezTo>
                <a:cubicBezTo>
                  <a:pt x="2053503" y="550069"/>
                  <a:pt x="2070110" y="505744"/>
                  <a:pt x="2078903" y="459582"/>
                </a:cubicBezTo>
                <a:cubicBezTo>
                  <a:pt x="2091285" y="394577"/>
                  <a:pt x="2085781" y="426336"/>
                  <a:pt x="2095572" y="364332"/>
                </a:cubicBezTo>
                <a:cubicBezTo>
                  <a:pt x="2096366" y="328613"/>
                  <a:pt x="2096042" y="292852"/>
                  <a:pt x="2097953" y="257175"/>
                </a:cubicBezTo>
                <a:cubicBezTo>
                  <a:pt x="2098428" y="248314"/>
                  <a:pt x="2101257" y="239735"/>
                  <a:pt x="2102716" y="230982"/>
                </a:cubicBezTo>
                <a:cubicBezTo>
                  <a:pt x="2103639" y="225446"/>
                  <a:pt x="2104122" y="219840"/>
                  <a:pt x="2105097" y="214313"/>
                </a:cubicBezTo>
                <a:cubicBezTo>
                  <a:pt x="2106504" y="206341"/>
                  <a:pt x="2109859" y="190500"/>
                  <a:pt x="2109859" y="190500"/>
                </a:cubicBezTo>
                <a:cubicBezTo>
                  <a:pt x="2110653" y="181769"/>
                  <a:pt x="2110800" y="172955"/>
                  <a:pt x="2112241" y="164307"/>
                </a:cubicBezTo>
                <a:cubicBezTo>
                  <a:pt x="2113191" y="158607"/>
                  <a:pt x="2115870" y="153304"/>
                  <a:pt x="2117003" y="147638"/>
                </a:cubicBezTo>
                <a:cubicBezTo>
                  <a:pt x="2118258" y="141363"/>
                  <a:pt x="2118590" y="134938"/>
                  <a:pt x="2119384" y="128588"/>
                </a:cubicBezTo>
                <a:cubicBezTo>
                  <a:pt x="2120178" y="110332"/>
                  <a:pt x="2119948" y="92002"/>
                  <a:pt x="2121766" y="73819"/>
                </a:cubicBezTo>
                <a:cubicBezTo>
                  <a:pt x="2126964" y="21840"/>
                  <a:pt x="2126528" y="72209"/>
                  <a:pt x="2126528" y="52388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B12CD19E-0EE8-4885-7B25-8DD98320CB69}"/>
              </a:ext>
            </a:extLst>
          </p:cNvPr>
          <p:cNvSpPr/>
          <p:nvPr/>
        </p:nvSpPr>
        <p:spPr>
          <a:xfrm>
            <a:off x="1500258" y="1520392"/>
            <a:ext cx="435865" cy="42260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1" name="Arrow: Down 10">
            <a:extLst>
              <a:ext uri="{FF2B5EF4-FFF2-40B4-BE49-F238E27FC236}">
                <a16:creationId xmlns:a16="http://schemas.microsoft.com/office/drawing/2014/main" id="{CE7B1A26-69DD-5D7F-F419-C0115F8C1CA8}"/>
              </a:ext>
            </a:extLst>
          </p:cNvPr>
          <p:cNvSpPr/>
          <p:nvPr/>
        </p:nvSpPr>
        <p:spPr>
          <a:xfrm rot="21067568">
            <a:off x="1666010" y="1992229"/>
            <a:ext cx="246785" cy="598214"/>
          </a:xfrm>
          <a:prstGeom prst="downArrow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565165CA-D6D3-232C-8BF6-3FC1D35151D8}"/>
              </a:ext>
            </a:extLst>
          </p:cNvPr>
          <p:cNvCxnSpPr>
            <a:cxnSpLocks/>
          </p:cNvCxnSpPr>
          <p:nvPr/>
        </p:nvCxnSpPr>
        <p:spPr>
          <a:xfrm>
            <a:off x="1159586" y="2765954"/>
            <a:ext cx="2623783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800530EC-2EE3-53A4-CDD4-B704EFE6D51D}"/>
              </a:ext>
            </a:extLst>
          </p:cNvPr>
          <p:cNvCxnSpPr>
            <a:cxnSpLocks/>
          </p:cNvCxnSpPr>
          <p:nvPr/>
        </p:nvCxnSpPr>
        <p:spPr>
          <a:xfrm>
            <a:off x="1159586" y="3211724"/>
            <a:ext cx="2623783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FFE8B305-AE06-27EB-8E17-B23C9BA37959}"/>
              </a:ext>
            </a:extLst>
          </p:cNvPr>
          <p:cNvCxnSpPr>
            <a:cxnSpLocks/>
          </p:cNvCxnSpPr>
          <p:nvPr/>
        </p:nvCxnSpPr>
        <p:spPr>
          <a:xfrm>
            <a:off x="1159586" y="3623204"/>
            <a:ext cx="2623783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F98058C0-7104-F743-956C-2882971E526A}"/>
              </a:ext>
            </a:extLst>
          </p:cNvPr>
          <p:cNvCxnSpPr>
            <a:cxnSpLocks/>
          </p:cNvCxnSpPr>
          <p:nvPr/>
        </p:nvCxnSpPr>
        <p:spPr>
          <a:xfrm>
            <a:off x="1159586" y="4049924"/>
            <a:ext cx="2623783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B3CA1AC0-FD9C-0E79-0B0A-5E8CF7D1D502}"/>
              </a:ext>
            </a:extLst>
          </p:cNvPr>
          <p:cNvCxnSpPr>
            <a:cxnSpLocks/>
          </p:cNvCxnSpPr>
          <p:nvPr/>
        </p:nvCxnSpPr>
        <p:spPr>
          <a:xfrm flipV="1">
            <a:off x="1936123" y="2534149"/>
            <a:ext cx="0" cy="1972987"/>
          </a:xfrm>
          <a:prstGeom prst="line">
            <a:avLst/>
          </a:prstGeom>
          <a:ln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2CCF97E6-AD5E-751E-E33D-36116D38C49A}"/>
              </a:ext>
            </a:extLst>
          </p:cNvPr>
          <p:cNvCxnSpPr>
            <a:cxnSpLocks/>
          </p:cNvCxnSpPr>
          <p:nvPr/>
        </p:nvCxnSpPr>
        <p:spPr>
          <a:xfrm flipV="1">
            <a:off x="2499733" y="2534149"/>
            <a:ext cx="0" cy="1972987"/>
          </a:xfrm>
          <a:prstGeom prst="line">
            <a:avLst/>
          </a:prstGeom>
          <a:ln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5D86CAA-D3EE-8B02-9F0C-5F34D11D5791}"/>
              </a:ext>
            </a:extLst>
          </p:cNvPr>
          <p:cNvCxnSpPr>
            <a:cxnSpLocks/>
          </p:cNvCxnSpPr>
          <p:nvPr/>
        </p:nvCxnSpPr>
        <p:spPr>
          <a:xfrm>
            <a:off x="1741325" y="2765954"/>
            <a:ext cx="194798" cy="4286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0A728ABC-5E1B-16D0-427D-249A02577BE9}"/>
              </a:ext>
            </a:extLst>
          </p:cNvPr>
          <p:cNvCxnSpPr>
            <a:cxnSpLocks/>
          </p:cNvCxnSpPr>
          <p:nvPr/>
        </p:nvCxnSpPr>
        <p:spPr>
          <a:xfrm>
            <a:off x="1936124" y="3208872"/>
            <a:ext cx="563609" cy="3937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CAB9553B-F04F-D122-2B01-5E374119C6C6}"/>
              </a:ext>
            </a:extLst>
          </p:cNvPr>
          <p:cNvCxnSpPr>
            <a:cxnSpLocks/>
          </p:cNvCxnSpPr>
          <p:nvPr/>
        </p:nvCxnSpPr>
        <p:spPr>
          <a:xfrm>
            <a:off x="2501686" y="3629195"/>
            <a:ext cx="597904" cy="1456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703D0A02-91EB-AC51-C512-20CEDE742887}"/>
                  </a:ext>
                </a:extLst>
              </p:cNvPr>
              <p:cNvSpPr txBox="1"/>
              <p:nvPr/>
            </p:nvSpPr>
            <p:spPr>
              <a:xfrm>
                <a:off x="1213563" y="2833210"/>
                <a:ext cx="56102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𝑗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GB" sz="12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703D0A02-91EB-AC51-C512-20CEDE7428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3563" y="2833210"/>
                <a:ext cx="561022" cy="276999"/>
              </a:xfrm>
              <a:prstGeom prst="rect">
                <a:avLst/>
              </a:prstGeom>
              <a:blipFill>
                <a:blip r:embed="rId2"/>
                <a:stretch>
                  <a:fillRect b="-444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D1A23ACB-49F5-C836-4F9B-7E1794136B78}"/>
                  </a:ext>
                </a:extLst>
              </p:cNvPr>
              <p:cNvSpPr txBox="1"/>
              <p:nvPr/>
            </p:nvSpPr>
            <p:spPr>
              <a:xfrm>
                <a:off x="3145369" y="2826781"/>
                <a:ext cx="638000" cy="2918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GB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GB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GB" sz="12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D1A23ACB-49F5-C836-4F9B-7E1794136B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5369" y="2826781"/>
                <a:ext cx="638000" cy="291875"/>
              </a:xfrm>
              <a:prstGeom prst="rect">
                <a:avLst/>
              </a:prstGeom>
              <a:blipFill>
                <a:blip r:embed="rId3"/>
                <a:stretch>
                  <a:fillRect b="-208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E87025B1-FF2F-FFFF-44E0-B9F5FF82464C}"/>
                  </a:ext>
                </a:extLst>
              </p:cNvPr>
              <p:cNvSpPr txBox="1"/>
              <p:nvPr/>
            </p:nvSpPr>
            <p:spPr>
              <a:xfrm>
                <a:off x="3139642" y="3685247"/>
                <a:ext cx="638000" cy="2918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GB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GB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GB" sz="12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E87025B1-FF2F-FFFF-44E0-B9F5FF8246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9642" y="3685247"/>
                <a:ext cx="638000" cy="291875"/>
              </a:xfrm>
              <a:prstGeom prst="rect">
                <a:avLst/>
              </a:prstGeom>
              <a:blipFill>
                <a:blip r:embed="rId4"/>
                <a:stretch>
                  <a:fillRect b="-425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93E15D7D-AF1D-55A8-EE82-0A4F35C897DF}"/>
                  </a:ext>
                </a:extLst>
              </p:cNvPr>
              <p:cNvSpPr txBox="1"/>
              <p:nvPr/>
            </p:nvSpPr>
            <p:spPr>
              <a:xfrm>
                <a:off x="3003337" y="3277253"/>
                <a:ext cx="638000" cy="2918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GB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n-GB" sz="12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93E15D7D-AF1D-55A8-EE82-0A4F35C897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3337" y="3277253"/>
                <a:ext cx="638000" cy="291875"/>
              </a:xfrm>
              <a:prstGeom prst="rect">
                <a:avLst/>
              </a:prstGeom>
              <a:blipFill>
                <a:blip r:embed="rId5"/>
                <a:stretch>
                  <a:fillRect b="-425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76D02DF8-2B96-B259-DF1A-DDB4FF052438}"/>
                  </a:ext>
                </a:extLst>
              </p:cNvPr>
              <p:cNvSpPr txBox="1"/>
              <p:nvPr/>
            </p:nvSpPr>
            <p:spPr>
              <a:xfrm>
                <a:off x="1052960" y="3284690"/>
                <a:ext cx="56102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𝑗</m:t>
                      </m:r>
                    </m:oMath>
                  </m:oMathPara>
                </a14:m>
                <a:endParaRPr lang="en-GB" sz="12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76D02DF8-2B96-B259-DF1A-DDB4FF0524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2960" y="3284690"/>
                <a:ext cx="561022" cy="276999"/>
              </a:xfrm>
              <a:prstGeom prst="rect">
                <a:avLst/>
              </a:prstGeom>
              <a:blipFill>
                <a:blip r:embed="rId6"/>
                <a:stretch>
                  <a:fillRect b="-444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A44FC89A-5051-DC6F-7FF6-839162FEBB27}"/>
                  </a:ext>
                </a:extLst>
              </p:cNvPr>
              <p:cNvSpPr txBox="1"/>
              <p:nvPr/>
            </p:nvSpPr>
            <p:spPr>
              <a:xfrm>
                <a:off x="1156718" y="3737632"/>
                <a:ext cx="56102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𝑗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GB" sz="12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A44FC89A-5051-DC6F-7FF6-839162FEBB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6718" y="3737632"/>
                <a:ext cx="561022" cy="276999"/>
              </a:xfrm>
              <a:prstGeom prst="rect">
                <a:avLst/>
              </a:prstGeom>
              <a:blipFill>
                <a:blip r:embed="rId7"/>
                <a:stretch>
                  <a:fillRect b="-434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1D2F3CCA-24DC-C0B5-DBB3-473FDEFB965D}"/>
                  </a:ext>
                </a:extLst>
              </p:cNvPr>
              <p:cNvSpPr txBox="1"/>
              <p:nvPr/>
            </p:nvSpPr>
            <p:spPr>
              <a:xfrm>
                <a:off x="1778472" y="3288582"/>
                <a:ext cx="638000" cy="4765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GB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n-GB" sz="1200" b="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GB" sz="12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1D2F3CCA-24DC-C0B5-DBB3-473FDEFB96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8472" y="3288582"/>
                <a:ext cx="638000" cy="47654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04C06606-5D04-06CA-736A-9E046C446172}"/>
                  </a:ext>
                </a:extLst>
              </p:cNvPr>
              <p:cNvSpPr txBox="1"/>
              <p:nvPr/>
            </p:nvSpPr>
            <p:spPr>
              <a:xfrm>
                <a:off x="1898928" y="4183679"/>
                <a:ext cx="638000" cy="6612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n-GB" sz="1200" b="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GB" sz="1200" b="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GB" sz="12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04C06606-5D04-06CA-736A-9E046C4461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8928" y="4183679"/>
                <a:ext cx="638000" cy="66120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AB1DF291-82E8-5AB2-D01A-FB23BB570938}"/>
                  </a:ext>
                </a:extLst>
              </p14:cNvPr>
              <p14:cNvContentPartPr/>
              <p14:nvPr/>
            </p14:nvContentPartPr>
            <p14:xfrm>
              <a:off x="2333921" y="3433801"/>
              <a:ext cx="164520" cy="50400"/>
            </p14:xfrm>
          </p:contentPart>
        </mc:Choice>
        <mc:Fallback xmlns=""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AB1DF291-82E8-5AB2-D01A-FB23BB570938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329601" y="3429481"/>
                <a:ext cx="173160" cy="5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48FE003C-C683-27EB-C966-F09DBF90EE04}"/>
                  </a:ext>
                </a:extLst>
              </p:cNvPr>
              <p:cNvSpPr txBox="1"/>
              <p:nvPr/>
            </p:nvSpPr>
            <p:spPr>
              <a:xfrm>
                <a:off x="2295185" y="3217125"/>
                <a:ext cx="165878" cy="19954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48FE003C-C683-27EB-C966-F09DBF90EE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5185" y="3217125"/>
                <a:ext cx="165878" cy="199542"/>
              </a:xfrm>
              <a:prstGeom prst="rect">
                <a:avLst/>
              </a:prstGeom>
              <a:blipFill>
                <a:blip r:embed="rId12"/>
                <a:stretch>
                  <a:fillRect l="-22222" r="-14815" b="-3125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9EBD461E-B5B2-A35F-677A-A2818E6A8139}"/>
              </a:ext>
            </a:extLst>
          </p:cNvPr>
          <p:cNvCxnSpPr/>
          <p:nvPr/>
        </p:nvCxnSpPr>
        <p:spPr>
          <a:xfrm>
            <a:off x="1959149" y="4183679"/>
            <a:ext cx="517557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8197E877-6DDE-916B-D768-31CBECD02B2E}"/>
              </a:ext>
            </a:extLst>
          </p:cNvPr>
          <p:cNvCxnSpPr>
            <a:cxnSpLocks/>
          </p:cNvCxnSpPr>
          <p:nvPr/>
        </p:nvCxnSpPr>
        <p:spPr>
          <a:xfrm>
            <a:off x="3764168" y="3660348"/>
            <a:ext cx="0" cy="364959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E3924551-C4B1-003E-03A7-E758413CBF2C}"/>
              </a:ext>
            </a:extLst>
          </p:cNvPr>
          <p:cNvCxnSpPr>
            <a:cxnSpLocks/>
          </p:cNvCxnSpPr>
          <p:nvPr/>
        </p:nvCxnSpPr>
        <p:spPr>
          <a:xfrm>
            <a:off x="3764168" y="3237687"/>
            <a:ext cx="0" cy="364959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E7DEA8D6-1A76-6827-7DD2-67AF98E56BB4}"/>
              </a:ext>
            </a:extLst>
          </p:cNvPr>
          <p:cNvCxnSpPr>
            <a:cxnSpLocks/>
          </p:cNvCxnSpPr>
          <p:nvPr/>
        </p:nvCxnSpPr>
        <p:spPr>
          <a:xfrm>
            <a:off x="3764168" y="2813951"/>
            <a:ext cx="0" cy="364959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F2F6A90C-EF8C-45F6-5081-B94ED3C30189}"/>
                  </a:ext>
                </a:extLst>
              </p:cNvPr>
              <p:cNvSpPr txBox="1"/>
              <p:nvPr/>
            </p:nvSpPr>
            <p:spPr>
              <a:xfrm>
                <a:off x="2963947" y="1152857"/>
                <a:ext cx="920584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1500 </m:t>
                      </m:r>
                      <m:r>
                        <a:rPr lang="en-GB" sz="1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</m:t>
                      </m:r>
                      <m:r>
                        <a:rPr lang="en-GB" sz="1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/</m:t>
                      </m:r>
                      <m:r>
                        <a:rPr lang="en-GB" sz="1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</m:t>
                      </m:r>
                    </m:oMath>
                  </m:oMathPara>
                </a14:m>
                <a:endParaRPr lang="en-GB" sz="10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F2F6A90C-EF8C-45F6-5081-B94ED3C301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3947" y="1152857"/>
                <a:ext cx="920584" cy="246221"/>
              </a:xfrm>
              <a:prstGeom prst="rect">
                <a:avLst/>
              </a:prstGeom>
              <a:blipFill>
                <a:blip r:embed="rId13"/>
                <a:stretch>
                  <a:fillRect b="-243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1B3EB56F-2E3D-424B-10E5-5986C9598DE1}"/>
                  </a:ext>
                </a:extLst>
              </p:cNvPr>
              <p:cNvSpPr txBox="1"/>
              <p:nvPr/>
            </p:nvSpPr>
            <p:spPr>
              <a:xfrm>
                <a:off x="3035522" y="1723912"/>
                <a:ext cx="920584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𝑣</m:t>
                      </m:r>
                      <m:r>
                        <a:rPr lang="en-GB" sz="1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1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GB" sz="1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sz="1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GB" sz="1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𝑎𝑧</m:t>
                      </m:r>
                    </m:oMath>
                  </m:oMathPara>
                </a14:m>
                <a:endParaRPr lang="en-GB" sz="10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1B3EB56F-2E3D-424B-10E5-5986C9598D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5522" y="1723912"/>
                <a:ext cx="920584" cy="246221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199580B6-615D-83F1-AF63-00073AD90EB2}"/>
                  </a:ext>
                </a:extLst>
              </p:cNvPr>
              <p:cNvSpPr txBox="1"/>
              <p:nvPr/>
            </p:nvSpPr>
            <p:spPr>
              <a:xfrm>
                <a:off x="2974539" y="2228981"/>
                <a:ext cx="920584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5000 </m:t>
                      </m:r>
                      <m:r>
                        <a:rPr lang="en-GB" sz="1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</m:t>
                      </m:r>
                      <m:r>
                        <a:rPr lang="en-GB" sz="1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/</m:t>
                      </m:r>
                      <m:r>
                        <a:rPr lang="en-GB" sz="1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</m:t>
                      </m:r>
                    </m:oMath>
                  </m:oMathPara>
                </a14:m>
                <a:endParaRPr lang="en-GB" sz="10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199580B6-615D-83F1-AF63-00073AD90E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4539" y="2228981"/>
                <a:ext cx="920584" cy="246221"/>
              </a:xfrm>
              <a:prstGeom prst="rect">
                <a:avLst/>
              </a:prstGeom>
              <a:blipFill>
                <a:blip r:embed="rId15"/>
                <a:stretch>
                  <a:fillRect b="-25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0AB1F83F-FC3F-62A4-56E6-43CD3CFACBE2}"/>
              </a:ext>
            </a:extLst>
          </p:cNvPr>
          <p:cNvCxnSpPr>
            <a:stCxn id="7" idx="6"/>
            <a:endCxn id="7" idx="7"/>
          </p:cNvCxnSpPr>
          <p:nvPr/>
        </p:nvCxnSpPr>
        <p:spPr>
          <a:xfrm>
            <a:off x="1672376" y="1675535"/>
            <a:ext cx="27390" cy="656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9B9A9291-209A-5EC5-B6DD-9C535EA87602}"/>
              </a:ext>
            </a:extLst>
          </p:cNvPr>
          <p:cNvCxnSpPr>
            <a:cxnSpLocks/>
            <a:endCxn id="7" idx="21"/>
          </p:cNvCxnSpPr>
          <p:nvPr/>
        </p:nvCxnSpPr>
        <p:spPr>
          <a:xfrm flipV="1">
            <a:off x="2724151" y="1496632"/>
            <a:ext cx="48115" cy="1012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FE37EA98-A670-303B-0125-CC33FBD4AEF1}"/>
                  </a:ext>
                </a:extLst>
              </p:cNvPr>
              <p:cNvSpPr txBox="1"/>
              <p:nvPr/>
            </p:nvSpPr>
            <p:spPr>
              <a:xfrm>
                <a:off x="4467751" y="4049924"/>
                <a:ext cx="6094378" cy="11269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GB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𝑎</m:t>
                          </m:r>
                        </m:den>
                      </m:f>
                      <m:r>
                        <a:rPr lang="en-GB" i="1">
                          <a:latin typeface="Cambria Math" panose="02040503050406030204" pitchFamily="18" charset="0"/>
                        </a:rPr>
                        <m:t>𝑙𝑜𝑔</m:t>
                      </m:r>
                      <m:d>
                        <m:dPr>
                          <m:ctrlPr>
                            <a:rPr lang="en-GB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GB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  <m:d>
                                <m:dPr>
                                  <m:ctrlPr>
                                    <a:rPr lang="en-GB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</m:d>
                            </m:num>
                            <m:den>
                              <m:sSub>
                                <m:sSubPr>
                                  <m:ctrlPr>
                                    <a:rPr lang="en-GB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GB" i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den>
                          </m:f>
                          <m:r>
                            <a:rPr lang="en-GB" i="0">
                              <a:latin typeface="Cambria Math" panose="02040503050406030204" pitchFamily="18" charset="0"/>
                            </a:rPr>
                            <m:t>∗</m:t>
                          </m:r>
                          <m:f>
                            <m:fPr>
                              <m:ctrlPr>
                                <a:rPr lang="en-GB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i="0"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rad>
                                <m:radPr>
                                  <m:degHide m:val="on"/>
                                  <m:ctrlPr>
                                    <a:rPr lang="en-GB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GB" i="0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sSup>
                                    <m:sSupPr>
                                      <m:ctrlPr>
                                        <a:rPr lang="en-GB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p>
                                      <m:r>
                                        <a:rPr lang="en-GB" i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sSubSup>
                                    <m:sSubSupPr>
                                      <m:ctrlPr>
                                        <a:rPr lang="en-GB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  <m:t>𝑣</m:t>
                                      </m:r>
                                    </m:e>
                                    <m:sub>
                                      <m:r>
                                        <a:rPr lang="en-GB" i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  <m:sup>
                                      <m:r>
                                        <a:rPr lang="en-GB" i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</m:e>
                              </m:rad>
                            </m:num>
                            <m:den>
                              <m:r>
                                <a:rPr lang="en-GB" i="0"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rad>
                                <m:radPr>
                                  <m:degHide m:val="on"/>
                                  <m:ctrlPr>
                                    <a:rPr lang="en-GB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GB" i="0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sSup>
                                    <m:sSupPr>
                                      <m:ctrlPr>
                                        <a:rPr lang="en-GB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p>
                                      <m:r>
                                        <a:rPr lang="en-GB" i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  <m:sSup>
                                    <m:sSupPr>
                                      <m:ctrlPr>
                                        <a:rPr lang="en-GB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GB" i="1">
                                              <a:solidFill>
                                                <a:srgbClr val="836967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GB" i="1">
                                              <a:latin typeface="Cambria Math" panose="02040503050406030204" pitchFamily="18" charset="0"/>
                                            </a:rPr>
                                            <m:t>𝑧</m:t>
                                          </m:r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GB" i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rad>
                            </m:den>
                          </m:f>
                        </m:e>
                      </m:d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FE37EA98-A670-303B-0125-CC33FBD4AE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7751" y="4049924"/>
                <a:ext cx="6094378" cy="1126975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701D4E79-9D44-E919-9B22-0CB0B174D93C}"/>
                  </a:ext>
                </a:extLst>
              </p:cNvPr>
              <p:cNvSpPr txBox="1"/>
              <p:nvPr/>
            </p:nvSpPr>
            <p:spPr>
              <a:xfrm>
                <a:off x="4467751" y="5399063"/>
                <a:ext cx="6094378" cy="7087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GB" i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𝑎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GB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ad>
                            <m:radPr>
                              <m:degHide m:val="on"/>
                              <m:ctrlPr>
                                <a:rPr lang="en-GB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i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sSup>
                                <m:sSupPr>
                                  <m:ctrlPr>
                                    <a:rPr lang="en-GB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p>
                                  <m:r>
                                    <a:rPr lang="en-GB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sSubSup>
                                <m:sSubSupPr>
                                  <m:ctrlPr>
                                    <a:rPr lang="en-GB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GB" i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a:rPr lang="en-GB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e>
                          </m:rad>
                          <m:r>
                            <a:rPr lang="en-GB" i="0">
                              <a:latin typeface="Cambria Math" panose="02040503050406030204" pitchFamily="18" charset="0"/>
                            </a:rPr>
                            <m:t>−</m:t>
                          </m:r>
                          <m:rad>
                            <m:radPr>
                              <m:degHide m:val="on"/>
                              <m:ctrlPr>
                                <a:rPr lang="en-GB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i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sSup>
                                <m:sSupPr>
                                  <m:ctrlPr>
                                    <a:rPr lang="en-GB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p>
                                  <m:r>
                                    <a:rPr lang="en-GB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  <m:sSup>
                                <m:sSupPr>
                                  <m:ctrlPr>
                                    <a:rPr lang="en-GB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GB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GB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rad>
                          <m:r>
                            <a:rPr lang="en-GB" i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GB" i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701D4E79-9D44-E919-9B22-0CB0B174D9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7751" y="5399063"/>
                <a:ext cx="6094378" cy="708720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DD4C7B26-87C4-B5C5-22DC-A341C69C7C65}"/>
                  </a:ext>
                </a:extLst>
              </p:cNvPr>
              <p:cNvSpPr txBox="1"/>
              <p:nvPr/>
            </p:nvSpPr>
            <p:spPr>
              <a:xfrm>
                <a:off x="4800449" y="196005"/>
                <a:ext cx="6094378" cy="332110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spcBef>
                    <a:spcPts val="6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1800" i="1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𝑐𝑜𝑠</m:t>
                      </m:r>
                      <m:sSub>
                        <m:sSubPr>
                          <m:ctrlPr>
                            <a:rPr lang="en-GB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pt-BR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pt-BR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𝑗</m:t>
                          </m:r>
                        </m:sub>
                      </m:sSub>
                      <m:r>
                        <a:rPr lang="pt-BR" sz="18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GB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pt-BR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𝑗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GB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𝑙</m:t>
                              </m:r>
                            </m:e>
                            <m:sub>
                              <m:r>
                                <a:rPr lang="pt-BR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𝑗</m:t>
                              </m:r>
                            </m:sub>
                          </m:sSub>
                        </m:den>
                      </m:f>
                      <m:r>
                        <a:rPr lang="pt-BR" sz="18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      ∴     </m:t>
                      </m:r>
                      <m:sSub>
                        <m:sSubPr>
                          <m:ctrlPr>
                            <a:rPr lang="en-GB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pt-BR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pt-BR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𝑗</m:t>
                          </m:r>
                        </m:sub>
                      </m:sSub>
                      <m:r>
                        <a:rPr lang="pt-BR" sz="18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GB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pt-BR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𝑗</m:t>
                              </m:r>
                            </m:sub>
                          </m:sSub>
                        </m:num>
                        <m:den>
                          <m:r>
                            <a:rPr lang="pt-BR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𝑐𝑜𝑠</m:t>
                          </m:r>
                          <m:sSub>
                            <m:sSubPr>
                              <m:ctrlPr>
                                <a:rPr lang="en-GB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pt-BR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𝑗</m:t>
                              </m:r>
                            </m:sub>
                          </m:sSub>
                        </m:den>
                      </m:f>
                      <m:r>
                        <a:rPr lang="pt-BR" sz="18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      </m:t>
                      </m:r>
                    </m:oMath>
                  </m:oMathPara>
                </a14:m>
                <a:endParaRPr lang="en-GB" sz="1800" dirty="0">
                  <a:effectLst/>
                  <a:latin typeface="Arial" panose="020B0604020202020204" pitchFamily="34" charset="0"/>
                  <a:ea typeface="Times New Roman" panose="02020603050405020304" pitchFamily="18" charset="0"/>
                </a:endParaRPr>
              </a:p>
              <a:p>
                <a:pPr algn="just">
                  <a:spcBef>
                    <a:spcPts val="6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18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𝑠𝑒𝑛</m:t>
                      </m:r>
                      <m:sSub>
                        <m:sSubPr>
                          <m:ctrlPr>
                            <a:rPr lang="en-GB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pt-BR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pt-BR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𝑗</m:t>
                          </m:r>
                        </m:sub>
                      </m:sSub>
                      <m:r>
                        <a:rPr lang="pt-BR" sz="18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GB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pt-BR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𝑗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GB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𝑙</m:t>
                              </m:r>
                            </m:e>
                            <m:sub>
                              <m:r>
                                <a:rPr lang="pt-BR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𝑗</m:t>
                              </m:r>
                            </m:sub>
                          </m:sSub>
                        </m:den>
                      </m:f>
                      <m:r>
                        <a:rPr lang="pt-BR" sz="18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      ∴     </m:t>
                      </m:r>
                      <m:sSub>
                        <m:sSubPr>
                          <m:ctrlPr>
                            <a:rPr lang="en-GB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pt-BR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pt-BR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𝑗</m:t>
                          </m:r>
                        </m:sub>
                      </m:sSub>
                      <m:r>
                        <a:rPr lang="pt-BR" sz="18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pt-BR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pt-BR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𝑗</m:t>
                          </m:r>
                        </m:sub>
                      </m:sSub>
                      <m:r>
                        <a:rPr lang="pt-BR" sz="18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.</m:t>
                      </m:r>
                      <m:r>
                        <a:rPr lang="pt-BR" sz="18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𝑠𝑒𝑛</m:t>
                      </m:r>
                      <m:sSub>
                        <m:sSubPr>
                          <m:ctrlPr>
                            <a:rPr lang="en-GB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pt-BR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pt-BR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n-GB" sz="1800" dirty="0">
                  <a:effectLst/>
                  <a:latin typeface="Arial" panose="020B0604020202020204" pitchFamily="34" charset="0"/>
                  <a:ea typeface="Times New Roman" panose="02020603050405020304" pitchFamily="18" charset="0"/>
                </a:endParaRPr>
              </a:p>
              <a:p>
                <a:pPr algn="just">
                  <a:spcBef>
                    <a:spcPts val="6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18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𝑡𝑎𝑛</m:t>
                      </m:r>
                      <m:sSub>
                        <m:sSubPr>
                          <m:ctrlPr>
                            <a:rPr lang="en-GB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pt-BR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pt-BR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𝑗</m:t>
                          </m:r>
                        </m:sub>
                      </m:sSub>
                      <m:r>
                        <a:rPr lang="pt-BR" sz="18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GB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pt-BR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𝑗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GB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pt-BR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𝑗</m:t>
                              </m:r>
                            </m:sub>
                          </m:sSub>
                        </m:den>
                      </m:f>
                      <m:r>
                        <a:rPr lang="pt-BR" sz="18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      ∴     </m:t>
                      </m:r>
                      <m:sSub>
                        <m:sSubPr>
                          <m:ctrlPr>
                            <a:rPr lang="en-GB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pt-BR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pt-BR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𝑗</m:t>
                          </m:r>
                        </m:sub>
                      </m:sSub>
                      <m:r>
                        <a:rPr lang="pt-BR" sz="18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pt-BR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pt-BR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𝑗</m:t>
                          </m:r>
                        </m:sub>
                      </m:sSub>
                      <m:r>
                        <a:rPr lang="pt-BR" sz="18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.</m:t>
                      </m:r>
                      <m:r>
                        <a:rPr lang="pt-BR" sz="18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𝑡𝑎𝑛</m:t>
                      </m:r>
                      <m:sSub>
                        <m:sSubPr>
                          <m:ctrlPr>
                            <a:rPr lang="en-GB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pt-BR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pt-BR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n-GB" sz="1800" dirty="0">
                  <a:effectLst/>
                  <a:latin typeface="Arial" panose="020B0604020202020204" pitchFamily="34" charset="0"/>
                  <a:ea typeface="Times New Roman" panose="02020603050405020304" pitchFamily="18" charset="0"/>
                </a:endParaRPr>
              </a:p>
              <a:p>
                <a:pPr algn="just">
                  <a:spcBef>
                    <a:spcPts val="6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pt-BR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𝑠𝑒𝑛</m:t>
                          </m:r>
                          <m:sSub>
                            <m:sSubPr>
                              <m:ctrlPr>
                                <a:rPr lang="en-GB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pt-BR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GB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pt-BR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pt-BR" sz="18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= </m:t>
                      </m:r>
                      <m:f>
                        <m:fPr>
                          <m:ctrlPr>
                            <a:rPr lang="en-GB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pt-BR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𝑠𝑒𝑛</m:t>
                          </m:r>
                          <m:sSub>
                            <m:sSubPr>
                              <m:ctrlPr>
                                <a:rPr lang="en-GB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pt-BR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GB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pt-BR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pt-BR" sz="18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pt-BR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𝑠𝑒𝑛</m:t>
                          </m:r>
                          <m:sSub>
                            <m:sSubPr>
                              <m:ctrlPr>
                                <a:rPr lang="en-GB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pt-BR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𝑗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GB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pt-BR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𝑗</m:t>
                              </m:r>
                            </m:sub>
                          </m:sSub>
                        </m:den>
                      </m:f>
                      <m:r>
                        <a:rPr lang="pt-BR" sz="18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=</m:t>
                      </m:r>
                      <m:r>
                        <a:rPr lang="pt-BR" sz="18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𝑝</m:t>
                      </m:r>
                      <m:r>
                        <a:rPr lang="pt-BR" sz="18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     ∴     </m:t>
                      </m:r>
                      <m:r>
                        <a:rPr lang="pt-BR" sz="18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𝑠𝑒𝑛</m:t>
                      </m:r>
                      <m:sSub>
                        <m:sSubPr>
                          <m:ctrlPr>
                            <a:rPr lang="en-GB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pt-BR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pt-BR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𝑗</m:t>
                          </m:r>
                        </m:sub>
                      </m:sSub>
                      <m:r>
                        <a:rPr lang="pt-BR" sz="18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=</m:t>
                      </m:r>
                      <m:r>
                        <a:rPr lang="pt-BR" sz="18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𝑝</m:t>
                      </m:r>
                      <m:r>
                        <a:rPr lang="pt-BR" sz="18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.</m:t>
                      </m:r>
                      <m:sSub>
                        <m:sSubPr>
                          <m:ctrlPr>
                            <a:rPr lang="en-GB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pt-BR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pt-BR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n-GB" sz="1800" dirty="0">
                  <a:effectLst/>
                  <a:latin typeface="Arial" panose="020B0604020202020204" pitchFamily="34" charset="0"/>
                  <a:ea typeface="Times New Roman" panose="02020603050405020304" pitchFamily="18" charset="0"/>
                </a:endParaRPr>
              </a:p>
              <a:p>
                <a:pPr algn="just">
                  <a:spcBef>
                    <a:spcPts val="6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18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𝑐𝑜𝑠</m:t>
                      </m:r>
                      <m:sSubSup>
                        <m:sSubSupPr>
                          <m:ctrlPr>
                            <a:rPr lang="en-GB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pt-BR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pt-BR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pt-BR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2</m:t>
                          </m:r>
                        </m:sup>
                      </m:sSubSup>
                      <m:r>
                        <a:rPr lang="pt-BR" sz="18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+</m:t>
                      </m:r>
                      <m:r>
                        <a:rPr lang="pt-BR" sz="18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𝑠𝑒𝑛</m:t>
                      </m:r>
                      <m:sSubSup>
                        <m:sSubSupPr>
                          <m:ctrlPr>
                            <a:rPr lang="en-GB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pt-BR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pt-BR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pt-BR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2</m:t>
                          </m:r>
                        </m:sup>
                      </m:sSubSup>
                      <m:r>
                        <a:rPr lang="pt-BR" sz="18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=1   </m:t>
                      </m:r>
                    </m:oMath>
                  </m:oMathPara>
                </a14:m>
                <a:endParaRPr lang="en-GB" sz="1800" dirty="0">
                  <a:effectLst/>
                  <a:latin typeface="Arial" panose="020B0604020202020204" pitchFamily="34" charset="0"/>
                  <a:ea typeface="Times New Roman" panose="02020603050405020304" pitchFamily="18" charset="0"/>
                </a:endParaRPr>
              </a:p>
              <a:p>
                <a:pPr algn="just">
                  <a:spcBef>
                    <a:spcPts val="6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18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 </m:t>
                      </m:r>
                      <m:r>
                        <a:rPr lang="pt-BR" sz="18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𝑐𝑜𝑠</m:t>
                      </m:r>
                      <m:sSub>
                        <m:sSubPr>
                          <m:ctrlPr>
                            <a:rPr lang="en-GB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pt-BR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pt-BR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𝑗</m:t>
                          </m:r>
                        </m:sub>
                      </m:sSub>
                      <m:r>
                        <a:rPr lang="pt-BR" sz="18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GB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pt-BR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1−</m:t>
                          </m:r>
                          <m:r>
                            <a:rPr lang="pt-BR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𝑠𝑒𝑛</m:t>
                          </m:r>
                          <m:sSubSup>
                            <m:sSubSupPr>
                              <m:ctrlPr>
                                <a:rPr lang="en-GB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pt-BR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pt-BR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rad>
                      <m:r>
                        <a:rPr lang="pt-BR" sz="18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GB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pt-BR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1−</m:t>
                          </m:r>
                          <m:sSup>
                            <m:sSupPr>
                              <m:ctrlPr>
                                <a:rPr lang="en-GB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𝑝</m:t>
                              </m:r>
                            </m:e>
                            <m:sup>
                              <m:r>
                                <a:rPr lang="pt-BR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  <m:sSubSup>
                            <m:sSubSupPr>
                              <m:ctrlPr>
                                <a:rPr lang="en-GB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pt-BR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pt-BR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rad>
                      <m:r>
                        <a:rPr lang="pt-BR" sz="18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   </m:t>
                      </m:r>
                    </m:oMath>
                  </m:oMathPara>
                </a14:m>
                <a:endParaRPr lang="en-GB" sz="1800" dirty="0">
                  <a:effectLst/>
                  <a:latin typeface="Arial" panose="020B0604020202020204" pitchFamily="34" charset="0"/>
                  <a:ea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DD4C7B26-87C4-B5C5-22DC-A341C69C7C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0449" y="196005"/>
                <a:ext cx="6094378" cy="3321102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E330D3B6-93C5-9FF9-6DB0-4D27BEC9E205}"/>
              </a:ext>
            </a:extLst>
          </p:cNvPr>
          <p:cNvSpPr txBox="1"/>
          <p:nvPr/>
        </p:nvSpPr>
        <p:spPr>
          <a:xfrm>
            <a:off x="10365252" y="5181894"/>
            <a:ext cx="170582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800" i="1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These</a:t>
            </a:r>
            <a:r>
              <a:rPr lang="pt-BR" sz="800" i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slides</a:t>
            </a:r>
            <a:r>
              <a:rPr lang="pt-BR" sz="800" i="1" dirty="0"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pt-BR" sz="800" i="1" dirty="0" err="1">
                <a:latin typeface="Arial" panose="020B0604020202020204" pitchFamily="34" charset="0"/>
                <a:ea typeface="Times New Roman" panose="02020603050405020304" pitchFamily="18" charset="0"/>
              </a:rPr>
              <a:t>were</a:t>
            </a:r>
            <a:r>
              <a:rPr lang="pt-BR" sz="800" i="1" dirty="0"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pt-BR" sz="800" i="1" dirty="0" err="1">
                <a:latin typeface="Arial" panose="020B0604020202020204" pitchFamily="34" charset="0"/>
                <a:ea typeface="Times New Roman" panose="02020603050405020304" pitchFamily="18" charset="0"/>
              </a:rPr>
              <a:t>prepared</a:t>
            </a:r>
            <a:r>
              <a:rPr lang="pt-BR" sz="800" i="1" dirty="0"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pt-BR" sz="800" i="1" dirty="0" err="1">
                <a:latin typeface="Arial" panose="020B0604020202020204" pitchFamily="34" charset="0"/>
                <a:ea typeface="Times New Roman" panose="02020603050405020304" pitchFamily="18" charset="0"/>
              </a:rPr>
              <a:t>to</a:t>
            </a:r>
            <a:r>
              <a:rPr lang="pt-BR" sz="800" i="1" dirty="0"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pt-BR" sz="800" i="1" dirty="0" err="1">
                <a:latin typeface="Arial" panose="020B0604020202020204" pitchFamily="34" charset="0"/>
                <a:ea typeface="Times New Roman" panose="02020603050405020304" pitchFamily="18" charset="0"/>
              </a:rPr>
              <a:t>be</a:t>
            </a:r>
            <a:r>
              <a:rPr lang="pt-BR" sz="800" i="1" dirty="0"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pt-BR" sz="800" i="1" dirty="0" err="1">
                <a:latin typeface="Arial" panose="020B0604020202020204" pitchFamily="34" charset="0"/>
                <a:ea typeface="Times New Roman" panose="02020603050405020304" pitchFamily="18" charset="0"/>
              </a:rPr>
              <a:t>published</a:t>
            </a:r>
            <a:r>
              <a:rPr lang="pt-BR" sz="800" i="1" dirty="0">
                <a:latin typeface="Arial" panose="020B0604020202020204" pitchFamily="34" charset="0"/>
                <a:ea typeface="Times New Roman" panose="02020603050405020304" pitchFamily="18" charset="0"/>
              </a:rPr>
              <a:t> in </a:t>
            </a:r>
            <a:r>
              <a:rPr lang="pt-BR" sz="800" i="1" dirty="0" err="1">
                <a:latin typeface="Arial" panose="020B0604020202020204" pitchFamily="34" charset="0"/>
                <a:ea typeface="Times New Roman" panose="02020603050405020304" pitchFamily="18" charset="0"/>
              </a:rPr>
              <a:t>BrJG</a:t>
            </a:r>
            <a:r>
              <a:rPr lang="pt-BR" sz="800" i="1" dirty="0">
                <a:latin typeface="Arial" panose="020B0604020202020204" pitchFamily="34" charset="0"/>
                <a:ea typeface="Times New Roman" panose="02020603050405020304" pitchFamily="18" charset="0"/>
              </a:rPr>
              <a:t>, </a:t>
            </a:r>
            <a:r>
              <a:rPr lang="pt-BR" sz="800" i="1" dirty="0" err="1">
                <a:latin typeface="Arial" panose="020B0604020202020204" pitchFamily="34" charset="0"/>
                <a:ea typeface="Times New Roman" panose="02020603050405020304" pitchFamily="18" charset="0"/>
              </a:rPr>
              <a:t>Brazilian</a:t>
            </a:r>
            <a:r>
              <a:rPr lang="pt-BR" sz="800" i="1" dirty="0"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pt-BR" sz="800" i="1" dirty="0" err="1">
                <a:latin typeface="Arial" panose="020B0604020202020204" pitchFamily="34" charset="0"/>
                <a:ea typeface="Times New Roman" panose="02020603050405020304" pitchFamily="18" charset="0"/>
              </a:rPr>
              <a:t>Journal</a:t>
            </a:r>
            <a:r>
              <a:rPr lang="pt-BR" sz="800" i="1" dirty="0"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pt-BR" sz="800" i="1" dirty="0" err="1">
                <a:latin typeface="Arial" panose="020B0604020202020204" pitchFamily="34" charset="0"/>
                <a:ea typeface="Times New Roman" panose="02020603050405020304" pitchFamily="18" charset="0"/>
              </a:rPr>
              <a:t>of</a:t>
            </a:r>
            <a:r>
              <a:rPr lang="pt-BR" sz="800" i="1" dirty="0"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pt-BR" sz="800" i="1" dirty="0" err="1">
                <a:latin typeface="Arial" panose="020B0604020202020204" pitchFamily="34" charset="0"/>
                <a:ea typeface="Times New Roman" panose="02020603050405020304" pitchFamily="18" charset="0"/>
              </a:rPr>
              <a:t>Geophysics</a:t>
            </a:r>
            <a:r>
              <a:rPr lang="pt-BR" sz="800" i="1" dirty="0">
                <a:latin typeface="Arial" panose="020B0604020202020204" pitchFamily="34" charset="0"/>
                <a:ea typeface="Times New Roman" panose="02020603050405020304" pitchFamily="18" charset="0"/>
              </a:rPr>
              <a:t> in </a:t>
            </a:r>
            <a:r>
              <a:rPr lang="pt-BR" sz="800" i="1" dirty="0" err="1">
                <a:latin typeface="Arial" panose="020B0604020202020204" pitchFamily="34" charset="0"/>
                <a:ea typeface="Times New Roman" panose="02020603050405020304" pitchFamily="18" charset="0"/>
              </a:rPr>
              <a:t>September</a:t>
            </a:r>
            <a:r>
              <a:rPr lang="pt-BR" sz="800" i="1" dirty="0">
                <a:latin typeface="Arial" panose="020B0604020202020204" pitchFamily="34" charset="0"/>
                <a:ea typeface="Times New Roman" panose="02020603050405020304" pitchFamily="18" charset="0"/>
              </a:rPr>
              <a:t> 2026. They </a:t>
            </a:r>
            <a:r>
              <a:rPr lang="pt-BR" sz="800" i="1" dirty="0" err="1">
                <a:latin typeface="Arial" panose="020B0604020202020204" pitchFamily="34" charset="0"/>
                <a:ea typeface="Times New Roman" panose="02020603050405020304" pitchFamily="18" charset="0"/>
              </a:rPr>
              <a:t>can</a:t>
            </a:r>
            <a:r>
              <a:rPr lang="pt-BR" sz="800" i="1" dirty="0"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pt-BR" sz="800" i="1" dirty="0" err="1">
                <a:latin typeface="Arial" panose="020B0604020202020204" pitchFamily="34" charset="0"/>
                <a:ea typeface="Times New Roman" panose="02020603050405020304" pitchFamily="18" charset="0"/>
              </a:rPr>
              <a:t>be</a:t>
            </a:r>
            <a:r>
              <a:rPr lang="pt-BR" sz="800" i="1" dirty="0"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pt-BR" sz="800" i="1" dirty="0" err="1">
                <a:latin typeface="Arial" panose="020B0604020202020204" pitchFamily="34" charset="0"/>
                <a:ea typeface="Times New Roman" panose="02020603050405020304" pitchFamily="18" charset="0"/>
              </a:rPr>
              <a:t>widely</a:t>
            </a:r>
            <a:r>
              <a:rPr lang="pt-BR" sz="800" i="1" dirty="0"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pt-BR" sz="800" i="1" dirty="0" err="1">
                <a:latin typeface="Arial" panose="020B0604020202020204" pitchFamily="34" charset="0"/>
                <a:ea typeface="Times New Roman" panose="02020603050405020304" pitchFamily="18" charset="0"/>
              </a:rPr>
              <a:t>used</a:t>
            </a:r>
            <a:r>
              <a:rPr lang="pt-BR" sz="800" i="1" dirty="0">
                <a:latin typeface="Arial" panose="020B0604020202020204" pitchFamily="34" charset="0"/>
                <a:ea typeface="Times New Roman" panose="02020603050405020304" pitchFamily="18" charset="0"/>
              </a:rPr>
              <a:t> in </a:t>
            </a:r>
            <a:r>
              <a:rPr lang="pt-BR" sz="800" i="1" dirty="0" err="1">
                <a:latin typeface="Arial" panose="020B0604020202020204" pitchFamily="34" charset="0"/>
                <a:ea typeface="Times New Roman" panose="02020603050405020304" pitchFamily="18" charset="0"/>
              </a:rPr>
              <a:t>lectures</a:t>
            </a:r>
            <a:r>
              <a:rPr lang="pt-BR" sz="800" i="1" dirty="0"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pt-BR" sz="800" i="1" dirty="0" err="1">
                <a:latin typeface="Arial" panose="020B0604020202020204" pitchFamily="34" charset="0"/>
                <a:ea typeface="Times New Roman" panose="02020603050405020304" pitchFamily="18" charset="0"/>
              </a:rPr>
              <a:t>and</a:t>
            </a:r>
            <a:r>
              <a:rPr lang="pt-BR" sz="800" i="1" dirty="0"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pt-BR" sz="800" i="1" dirty="0" err="1">
                <a:latin typeface="Arial" panose="020B0604020202020204" pitchFamily="34" charset="0"/>
                <a:ea typeface="Times New Roman" panose="02020603050405020304" pitchFamily="18" charset="0"/>
              </a:rPr>
              <a:t>courses</a:t>
            </a:r>
            <a:r>
              <a:rPr lang="pt-BR" sz="800" i="1" dirty="0">
                <a:latin typeface="Arial" panose="020B0604020202020204" pitchFamily="34" charset="0"/>
                <a:ea typeface="Times New Roman" panose="02020603050405020304" pitchFamily="18" charset="0"/>
              </a:rPr>
              <a:t>.</a:t>
            </a:r>
            <a:endParaRPr lang="en-GB" dirty="0"/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0A24704A-589B-B940-4C9C-67907EFA94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96522" y="6012891"/>
            <a:ext cx="1243285" cy="4380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093500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5" grpId="0" animBg="1"/>
      <p:bldP spid="7" grpId="0" animBg="1"/>
      <p:bldP spid="9" grpId="0" animBg="1"/>
      <p:bldP spid="11" grpId="0" animBg="1"/>
      <p:bldP spid="48" grpId="0"/>
      <p:bldP spid="64" grpId="0"/>
      <p:bldP spid="68" grpId="0"/>
      <p:bldP spid="69" grpId="0"/>
      <p:bldP spid="70" grpId="0"/>
      <p:bldP spid="72" grpId="0"/>
      <p:bldP spid="73" grpId="0"/>
      <p:bldP spid="74" grpId="0"/>
      <p:bldP spid="54" grpId="0"/>
      <p:bldP spid="91" grpId="0"/>
      <p:bldP spid="92" grpId="0"/>
      <p:bldP spid="93" grpId="0"/>
      <p:bldP spid="61" grpId="0"/>
      <p:bldP spid="62" grpId="0"/>
      <p:bldP spid="63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6|2.1|0.8|0.4|0.3|0.3|0.4|0.8|0.8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6|2.1|0.8|0.4|0.3|0.3|0.4|0.8|0.8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6|2.1|0.8|0.4|0.3|0.3|0.4|0.8|0.8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6|2.1|0.8|0.4|0.3|0.3|0.4|0.8|0.8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6|2.1|0.8|0.4|0.3|0.3|0.4|0.8|0.8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6|2.1|0.8|0.4|0.3|0.3|0.4|0.8|0.8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6|2.1|0.8|0.4|0.3|0.3|0.4|0.8|0.8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1315</TotalTime>
  <Words>804</Words>
  <Application>Microsoft Macintosh PowerPoint</Application>
  <PresentationFormat>Widescreen</PresentationFormat>
  <Paragraphs>186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Andrey Lima</dc:creator>
  <cp:lastModifiedBy>Microsoft Office User</cp:lastModifiedBy>
  <cp:revision>23</cp:revision>
  <dcterms:created xsi:type="dcterms:W3CDTF">2022-02-16T18:55:33Z</dcterms:created>
  <dcterms:modified xsi:type="dcterms:W3CDTF">2026-09-12T08:23:06Z</dcterms:modified>
</cp:coreProperties>
</file>